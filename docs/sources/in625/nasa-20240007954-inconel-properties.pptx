
<file path=[Content_Types].xml><?xml version="1.0" encoding="utf-8"?>
<Types xmlns="http://schemas.openxmlformats.org/package/2006/content-types">
  <Default Extension="avi" ContentType="video/x-msvideo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68" r:id="rId5"/>
    <p:sldId id="309" r:id="rId6"/>
    <p:sldId id="307" r:id="rId7"/>
    <p:sldId id="310" r:id="rId8"/>
    <p:sldId id="572" r:id="rId9"/>
    <p:sldId id="573" r:id="rId10"/>
    <p:sldId id="574" r:id="rId11"/>
    <p:sldId id="575" r:id="rId12"/>
    <p:sldId id="311" r:id="rId13"/>
    <p:sldId id="31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6" userDrawn="1">
          <p15:clr>
            <a:srgbClr val="A4A3A4"/>
          </p15:clr>
        </p15:guide>
        <p15:guide id="2" pos="15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B4D6"/>
    <a:srgbClr val="FF9900"/>
    <a:srgbClr val="FF954E"/>
    <a:srgbClr val="032364"/>
    <a:srgbClr val="042362"/>
    <a:srgbClr val="001E62"/>
    <a:srgbClr val="001F5F"/>
    <a:srgbClr val="001D60"/>
    <a:srgbClr val="001B61"/>
    <a:srgbClr val="001D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0EE8B1-3103-4658-B37E-EF581A08FB82}" v="3" dt="2024-06-18T18:45:06.6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231"/>
    <p:restoredTop sz="94790"/>
  </p:normalViewPr>
  <p:slideViewPr>
    <p:cSldViewPr snapToGrid="0" snapToObjects="1">
      <p:cViewPr varScale="1">
        <p:scale>
          <a:sx n="100" d="100"/>
          <a:sy n="100" d="100"/>
        </p:scale>
        <p:origin x="90" y="90"/>
      </p:cViewPr>
      <p:guideLst>
        <p:guide orient="horz" pos="696"/>
        <p:guide pos="151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 showGuides="1">
      <p:cViewPr varScale="1">
        <p:scale>
          <a:sx n="97" d="100"/>
          <a:sy n="97" d="100"/>
        </p:scale>
        <p:origin x="3120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lips, Brandon S. (MSFC-EM31)" userId="7f3742f6-10f6-488a-8812-c8d984f2eed0" providerId="ADAL" clId="{490EE8B1-3103-4658-B37E-EF581A08FB82}"/>
    <pc:docChg chg="modSld">
      <pc:chgData name="Phillips, Brandon S. (MSFC-EM31)" userId="7f3742f6-10f6-488a-8812-c8d984f2eed0" providerId="ADAL" clId="{490EE8B1-3103-4658-B37E-EF581A08FB82}" dt="2024-06-18T18:45:06.667" v="75" actId="478"/>
      <pc:docMkLst>
        <pc:docMk/>
      </pc:docMkLst>
      <pc:sldChg chg="addSp delSp modSp mod">
        <pc:chgData name="Phillips, Brandon S. (MSFC-EM31)" userId="7f3742f6-10f6-488a-8812-c8d984f2eed0" providerId="ADAL" clId="{490EE8B1-3103-4658-B37E-EF581A08FB82}" dt="2024-06-18T18:45:06.667" v="75" actId="478"/>
        <pc:sldMkLst>
          <pc:docMk/>
          <pc:sldMk cId="4048537702" sldId="268"/>
        </pc:sldMkLst>
        <pc:spChg chg="add mod">
          <ac:chgData name="Phillips, Brandon S. (MSFC-EM31)" userId="7f3742f6-10f6-488a-8812-c8d984f2eed0" providerId="ADAL" clId="{490EE8B1-3103-4658-B37E-EF581A08FB82}" dt="2024-06-18T18:43:19.174" v="72" actId="207"/>
          <ac:spMkLst>
            <pc:docMk/>
            <pc:sldMk cId="4048537702" sldId="268"/>
            <ac:spMk id="2" creationId="{01B7BBC0-6619-814E-30F0-6ED133F7348C}"/>
          </ac:spMkLst>
        </pc:spChg>
        <pc:spChg chg="mod">
          <ac:chgData name="Phillips, Brandon S. (MSFC-EM31)" userId="7f3742f6-10f6-488a-8812-c8d984f2eed0" providerId="ADAL" clId="{490EE8B1-3103-4658-B37E-EF581A08FB82}" dt="2024-06-18T18:34:12.880" v="51" actId="1076"/>
          <ac:spMkLst>
            <pc:docMk/>
            <pc:sldMk cId="4048537702" sldId="268"/>
            <ac:spMk id="7" creationId="{9F18A26B-FFB0-8E44-9FA0-AF49F4E07779}"/>
          </ac:spMkLst>
        </pc:spChg>
        <pc:spChg chg="mod">
          <ac:chgData name="Phillips, Brandon S. (MSFC-EM31)" userId="7f3742f6-10f6-488a-8812-c8d984f2eed0" providerId="ADAL" clId="{490EE8B1-3103-4658-B37E-EF581A08FB82}" dt="2024-06-18T18:34:07.363" v="50" actId="255"/>
          <ac:spMkLst>
            <pc:docMk/>
            <pc:sldMk cId="4048537702" sldId="268"/>
            <ac:spMk id="8" creationId="{913BBBFE-1515-7644-8480-510A0E846519}"/>
          </ac:spMkLst>
        </pc:spChg>
        <pc:picChg chg="add del mod">
          <ac:chgData name="Phillips, Brandon S. (MSFC-EM31)" userId="7f3742f6-10f6-488a-8812-c8d984f2eed0" providerId="ADAL" clId="{490EE8B1-3103-4658-B37E-EF581A08FB82}" dt="2024-06-18T18:45:06.667" v="75" actId="478"/>
          <ac:picMkLst>
            <pc:docMk/>
            <pc:sldMk cId="4048537702" sldId="268"/>
            <ac:picMk id="3" creationId="{691F51FA-EA6D-A36F-3735-9AF98234B496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E18C2B-6679-2546-B791-B20FD025C3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15A91F-032D-3D45-889E-A964E92CDD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AA5D0C-221B-D841-90A1-C281F38CA70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3608D9-8FEA-2E4F-84AF-A88A614F7C2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4BA4CB-8FA1-D343-9316-2CD4F15054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2A506D-4BE6-D241-8987-2C4295DCC9F1}" type="datetimeFigureOut">
              <a:rPr lang="en-US" smtClean="0"/>
              <a:t>6/24/2024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4708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C21C5E-14C9-E346-B1A7-E2CF4688A4C0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6C0CBE-288C-D84B-B11F-1B62224BD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907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C0CBE-288C-D84B-B11F-1B62224BD7E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801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picture containing table, indoor, sitting, blue&#10;&#10;Description automatically generated">
            <a:extLst>
              <a:ext uri="{FF2B5EF4-FFF2-40B4-BE49-F238E27FC236}">
                <a16:creationId xmlns:a16="http://schemas.microsoft.com/office/drawing/2014/main" id="{8D72B387-0086-5C41-95DA-88433F9095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2084" y="-32084"/>
            <a:ext cx="12322048" cy="6931152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307D0B58-60C5-E145-943C-0282FF9DEE2C}"/>
              </a:ext>
            </a:extLst>
          </p:cNvPr>
          <p:cNvGrpSpPr/>
          <p:nvPr userDrawn="1"/>
        </p:nvGrpSpPr>
        <p:grpSpPr>
          <a:xfrm>
            <a:off x="-489819" y="-32084"/>
            <a:ext cx="3197522" cy="6931152"/>
            <a:chOff x="-473777" y="-18943"/>
            <a:chExt cx="3197522" cy="6876906"/>
          </a:xfrm>
        </p:grpSpPr>
        <p:sp>
          <p:nvSpPr>
            <p:cNvPr id="44" name="Freeform 5">
              <a:extLst>
                <a:ext uri="{FF2B5EF4-FFF2-40B4-BE49-F238E27FC236}">
                  <a16:creationId xmlns:a16="http://schemas.microsoft.com/office/drawing/2014/main" id="{F3F2F5EE-AEEB-BC49-8DC6-DE28BE4922B8}"/>
                </a:ext>
              </a:extLst>
            </p:cNvPr>
            <p:cNvSpPr>
              <a:spLocks/>
            </p:cNvSpPr>
            <p:nvPr/>
          </p:nvSpPr>
          <p:spPr bwMode="auto">
            <a:xfrm>
              <a:off x="-473777" y="-18943"/>
              <a:ext cx="3197522" cy="6152517"/>
            </a:xfrm>
            <a:custGeom>
              <a:avLst/>
              <a:gdLst>
                <a:gd name="T0" fmla="*/ 370 w 1003"/>
                <a:gd name="T1" fmla="*/ 0 h 1936"/>
                <a:gd name="T2" fmla="*/ 561 w 1003"/>
                <a:gd name="T3" fmla="*/ 1936 h 1936"/>
                <a:gd name="T4" fmla="*/ 1003 w 1003"/>
                <a:gd name="T5" fmla="*/ 3 h 1936"/>
                <a:gd name="T6" fmla="*/ 370 w 1003"/>
                <a:gd name="T7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3" h="1936">
                  <a:moveTo>
                    <a:pt x="370" y="0"/>
                  </a:moveTo>
                  <a:cubicBezTo>
                    <a:pt x="153" y="463"/>
                    <a:pt x="47" y="1140"/>
                    <a:pt x="561" y="1936"/>
                  </a:cubicBezTo>
                  <a:cubicBezTo>
                    <a:pt x="561" y="1936"/>
                    <a:pt x="0" y="907"/>
                    <a:pt x="1003" y="3"/>
                  </a:cubicBezTo>
                  <a:lnTo>
                    <a:pt x="370" y="0"/>
                  </a:lnTo>
                  <a:close/>
                </a:path>
              </a:pathLst>
            </a:custGeom>
            <a:gradFill flip="none" rotWithShape="1">
              <a:gsLst>
                <a:gs pos="97000">
                  <a:srgbClr val="0076B3"/>
                </a:gs>
                <a:gs pos="0">
                  <a:srgbClr val="0474B2"/>
                </a:gs>
                <a:gs pos="41000">
                  <a:srgbClr val="31A66C"/>
                </a:gs>
              </a:gsLst>
              <a:lin ang="16200000" scaled="1"/>
              <a:tileRect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5" name="Freeform 6">
              <a:extLst>
                <a:ext uri="{FF2B5EF4-FFF2-40B4-BE49-F238E27FC236}">
                  <a16:creationId xmlns:a16="http://schemas.microsoft.com/office/drawing/2014/main" id="{C6BAC39C-CA2B-024B-9839-D8CDC23B73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4253" y="-9370"/>
              <a:ext cx="1913089" cy="6867333"/>
            </a:xfrm>
            <a:custGeom>
              <a:avLst/>
              <a:gdLst>
                <a:gd name="T0" fmla="*/ 0 w 600"/>
                <a:gd name="T1" fmla="*/ 2161 h 2161"/>
                <a:gd name="T2" fmla="*/ 600 w 600"/>
                <a:gd name="T3" fmla="*/ 2161 h 2161"/>
                <a:gd name="T4" fmla="*/ 363 w 600"/>
                <a:gd name="T5" fmla="*/ 1903 h 2161"/>
                <a:gd name="T6" fmla="*/ 1 w 600"/>
                <a:gd name="T7" fmla="*/ 918 h 2161"/>
                <a:gd name="T8" fmla="*/ 0 w 600"/>
                <a:gd name="T9" fmla="*/ 2161 h 2161"/>
                <a:gd name="T10" fmla="*/ 1 w 600"/>
                <a:gd name="T11" fmla="*/ 536 h 2161"/>
                <a:gd name="T12" fmla="*/ 133 w 600"/>
                <a:gd name="T13" fmla="*/ 0 h 2161"/>
                <a:gd name="T14" fmla="*/ 0 w 600"/>
                <a:gd name="T15" fmla="*/ 0 h 2161"/>
                <a:gd name="T16" fmla="*/ 1 w 600"/>
                <a:gd name="T17" fmla="*/ 536 h 2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0" h="2161">
                  <a:moveTo>
                    <a:pt x="0" y="2161"/>
                  </a:moveTo>
                  <a:cubicBezTo>
                    <a:pt x="246" y="2161"/>
                    <a:pt x="600" y="2161"/>
                    <a:pt x="600" y="2161"/>
                  </a:cubicBezTo>
                  <a:cubicBezTo>
                    <a:pt x="521" y="2085"/>
                    <a:pt x="442" y="2000"/>
                    <a:pt x="363" y="1903"/>
                  </a:cubicBezTo>
                  <a:cubicBezTo>
                    <a:pt x="363" y="1903"/>
                    <a:pt x="58" y="1508"/>
                    <a:pt x="1" y="918"/>
                  </a:cubicBezTo>
                  <a:lnTo>
                    <a:pt x="0" y="2161"/>
                  </a:lnTo>
                  <a:close/>
                  <a:moveTo>
                    <a:pt x="1" y="536"/>
                  </a:moveTo>
                  <a:cubicBezTo>
                    <a:pt x="18" y="367"/>
                    <a:pt x="59" y="187"/>
                    <a:pt x="133" y="0"/>
                  </a:cubicBezTo>
                  <a:cubicBezTo>
                    <a:pt x="133" y="0"/>
                    <a:pt x="74" y="0"/>
                    <a:pt x="0" y="0"/>
                  </a:cubicBezTo>
                  <a:lnTo>
                    <a:pt x="1" y="536"/>
                  </a:lnTo>
                  <a:close/>
                </a:path>
              </a:pathLst>
            </a:custGeom>
            <a:gradFill flip="none" rotWithShape="1">
              <a:gsLst>
                <a:gs pos="66000">
                  <a:srgbClr val="31A66C"/>
                </a:gs>
                <a:gs pos="0">
                  <a:srgbClr val="0075B7"/>
                </a:gs>
                <a:gs pos="100000">
                  <a:srgbClr val="0075B7"/>
                </a:gs>
              </a:gsLst>
              <a:lin ang="5400000" scaled="1"/>
              <a:tileRect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7391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117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C2EA4925-A2BD-9643-B1D8-40DFB01679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6475" y="-25214"/>
            <a:ext cx="2838136" cy="6931152"/>
          </a:xfrm>
          <a:prstGeom prst="rect">
            <a:avLst/>
          </a:prstGeom>
        </p:spPr>
      </p:pic>
      <p:sp>
        <p:nvSpPr>
          <p:cNvPr id="11" name="Freeform 10">
            <a:extLst>
              <a:ext uri="{FF2B5EF4-FFF2-40B4-BE49-F238E27FC236}">
                <a16:creationId xmlns:a16="http://schemas.microsoft.com/office/drawing/2014/main" id="{C26CBC97-9BDB-3B45-8222-E255F29062B0}"/>
              </a:ext>
            </a:extLst>
          </p:cNvPr>
          <p:cNvSpPr>
            <a:spLocks/>
          </p:cNvSpPr>
          <p:nvPr userDrawn="1"/>
        </p:nvSpPr>
        <p:spPr bwMode="auto">
          <a:xfrm>
            <a:off x="-57413" y="-41690"/>
            <a:ext cx="12362688" cy="6933422"/>
          </a:xfrm>
          <a:custGeom>
            <a:avLst/>
            <a:gdLst>
              <a:gd name="T0" fmla="*/ 1146 w 3370"/>
              <a:gd name="T1" fmla="*/ 0 h 2161"/>
              <a:gd name="T2" fmla="*/ 705 w 3370"/>
              <a:gd name="T3" fmla="*/ 1933 h 2161"/>
              <a:gd name="T4" fmla="*/ 511 w 3370"/>
              <a:gd name="T5" fmla="*/ 1 h 2161"/>
              <a:gd name="T6" fmla="*/ 420 w 3370"/>
              <a:gd name="T7" fmla="*/ 1 h 2161"/>
              <a:gd name="T8" fmla="*/ 650 w 3370"/>
              <a:gd name="T9" fmla="*/ 1903 h 2161"/>
              <a:gd name="T10" fmla="*/ 888 w 3370"/>
              <a:gd name="T11" fmla="*/ 2161 h 2161"/>
              <a:gd name="T12" fmla="*/ 3370 w 3370"/>
              <a:gd name="T13" fmla="*/ 2161 h 2161"/>
              <a:gd name="T14" fmla="*/ 3370 w 3370"/>
              <a:gd name="T15" fmla="*/ 0 h 2161"/>
              <a:gd name="T16" fmla="*/ 1146 w 3370"/>
              <a:gd name="T17" fmla="*/ 0 h 2161"/>
              <a:gd name="connsiteX0" fmla="*/ 2575 w 11489"/>
              <a:gd name="connsiteY0" fmla="*/ 51 h 10051"/>
              <a:gd name="connsiteX1" fmla="*/ 1266 w 11489"/>
              <a:gd name="connsiteY1" fmla="*/ 8996 h 10051"/>
              <a:gd name="connsiteX2" fmla="*/ 690 w 11489"/>
              <a:gd name="connsiteY2" fmla="*/ 56 h 10051"/>
              <a:gd name="connsiteX3" fmla="*/ 420 w 11489"/>
              <a:gd name="connsiteY3" fmla="*/ 56 h 10051"/>
              <a:gd name="connsiteX4" fmla="*/ 1103 w 11489"/>
              <a:gd name="connsiteY4" fmla="*/ 8857 h 10051"/>
              <a:gd name="connsiteX5" fmla="*/ 1809 w 11489"/>
              <a:gd name="connsiteY5" fmla="*/ 10051 h 10051"/>
              <a:gd name="connsiteX6" fmla="*/ 9174 w 11489"/>
              <a:gd name="connsiteY6" fmla="*/ 10051 h 10051"/>
              <a:gd name="connsiteX7" fmla="*/ 11489 w 11489"/>
              <a:gd name="connsiteY7" fmla="*/ 0 h 10051"/>
              <a:gd name="connsiteX8" fmla="*/ 2575 w 11489"/>
              <a:gd name="connsiteY8" fmla="*/ 51 h 10051"/>
              <a:gd name="connsiteX0" fmla="*/ 2575 w 11489"/>
              <a:gd name="connsiteY0" fmla="*/ 51 h 10051"/>
              <a:gd name="connsiteX1" fmla="*/ 1266 w 11489"/>
              <a:gd name="connsiteY1" fmla="*/ 8996 h 10051"/>
              <a:gd name="connsiteX2" fmla="*/ 690 w 11489"/>
              <a:gd name="connsiteY2" fmla="*/ 56 h 10051"/>
              <a:gd name="connsiteX3" fmla="*/ 420 w 11489"/>
              <a:gd name="connsiteY3" fmla="*/ 56 h 10051"/>
              <a:gd name="connsiteX4" fmla="*/ 1103 w 11489"/>
              <a:gd name="connsiteY4" fmla="*/ 8857 h 10051"/>
              <a:gd name="connsiteX5" fmla="*/ 1809 w 11489"/>
              <a:gd name="connsiteY5" fmla="*/ 10051 h 10051"/>
              <a:gd name="connsiteX6" fmla="*/ 11424 w 11489"/>
              <a:gd name="connsiteY6" fmla="*/ 10051 h 10051"/>
              <a:gd name="connsiteX7" fmla="*/ 11489 w 11489"/>
              <a:gd name="connsiteY7" fmla="*/ 0 h 10051"/>
              <a:gd name="connsiteX8" fmla="*/ 2575 w 11489"/>
              <a:gd name="connsiteY8" fmla="*/ 51 h 10051"/>
              <a:gd name="connsiteX0" fmla="*/ 2575 w 11435"/>
              <a:gd name="connsiteY0" fmla="*/ 34 h 10034"/>
              <a:gd name="connsiteX1" fmla="*/ 1266 w 11435"/>
              <a:gd name="connsiteY1" fmla="*/ 8979 h 10034"/>
              <a:gd name="connsiteX2" fmla="*/ 690 w 11435"/>
              <a:gd name="connsiteY2" fmla="*/ 39 h 10034"/>
              <a:gd name="connsiteX3" fmla="*/ 420 w 11435"/>
              <a:gd name="connsiteY3" fmla="*/ 39 h 10034"/>
              <a:gd name="connsiteX4" fmla="*/ 1103 w 11435"/>
              <a:gd name="connsiteY4" fmla="*/ 8840 h 10034"/>
              <a:gd name="connsiteX5" fmla="*/ 1809 w 11435"/>
              <a:gd name="connsiteY5" fmla="*/ 10034 h 10034"/>
              <a:gd name="connsiteX6" fmla="*/ 11424 w 11435"/>
              <a:gd name="connsiteY6" fmla="*/ 10034 h 10034"/>
              <a:gd name="connsiteX7" fmla="*/ 11435 w 11435"/>
              <a:gd name="connsiteY7" fmla="*/ 0 h 10034"/>
              <a:gd name="connsiteX8" fmla="*/ 2575 w 11435"/>
              <a:gd name="connsiteY8" fmla="*/ 34 h 10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35" h="10034">
                <a:moveTo>
                  <a:pt x="2575" y="34"/>
                </a:moveTo>
                <a:cubicBezTo>
                  <a:pt x="-402" y="4217"/>
                  <a:pt x="1266" y="8979"/>
                  <a:pt x="1266" y="8979"/>
                </a:cubicBezTo>
                <a:cubicBezTo>
                  <a:pt x="-256" y="5305"/>
                  <a:pt x="52" y="2181"/>
                  <a:pt x="690" y="39"/>
                </a:cubicBezTo>
                <a:cubicBezTo>
                  <a:pt x="693" y="34"/>
                  <a:pt x="420" y="39"/>
                  <a:pt x="420" y="39"/>
                </a:cubicBezTo>
                <a:cubicBezTo>
                  <a:pt x="-826" y="4953"/>
                  <a:pt x="1103" y="8840"/>
                  <a:pt x="1103" y="8840"/>
                </a:cubicBezTo>
                <a:cubicBezTo>
                  <a:pt x="1337" y="9289"/>
                  <a:pt x="1572" y="9682"/>
                  <a:pt x="1809" y="10034"/>
                </a:cubicBezTo>
                <a:lnTo>
                  <a:pt x="11424" y="10034"/>
                </a:lnTo>
                <a:cubicBezTo>
                  <a:pt x="11424" y="34"/>
                  <a:pt x="11435" y="0"/>
                  <a:pt x="11435" y="0"/>
                </a:cubicBezTo>
                <a:lnTo>
                  <a:pt x="2575" y="34"/>
                </a:lnTo>
                <a:close/>
              </a:path>
            </a:pathLst>
          </a:custGeom>
          <a:gradFill flip="none" rotWithShape="1">
            <a:gsLst>
              <a:gs pos="92000">
                <a:srgbClr val="00205F"/>
              </a:gs>
              <a:gs pos="75000">
                <a:srgbClr val="001149"/>
              </a:gs>
              <a:gs pos="47000">
                <a:srgbClr val="00062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A82CAA-A637-564B-9150-80E6208D2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8421" y="450633"/>
            <a:ext cx="9524056" cy="646331"/>
          </a:xfrm>
        </p:spPr>
        <p:txBody>
          <a:bodyPr wrap="square">
            <a:spAutoFit/>
          </a:bodyPr>
          <a:lstStyle>
            <a:lvl1pPr>
              <a:defRPr b="0" i="0">
                <a:solidFill>
                  <a:srgbClr val="FF954F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FFBED-D27D-074B-9C33-10A234BC62E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328421" y="1385267"/>
            <a:ext cx="9524056" cy="1653786"/>
          </a:xfrm>
        </p:spPr>
        <p:txBody>
          <a:bodyPr wrap="square">
            <a:spAutoFit/>
          </a:bodyPr>
          <a:lstStyle>
            <a:lvl1pPr marL="228600" indent="-228600"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2000" b="1">
                <a:solidFill>
                  <a:schemeClr val="accent5">
                    <a:lumMod val="20000"/>
                    <a:lumOff val="80000"/>
                  </a:schemeClr>
                </a:solidFill>
                <a:latin typeface="+mn-lt"/>
              </a:defRPr>
            </a:lvl1pPr>
            <a:lvl2pPr marL="685800" indent="-228600">
              <a:buClr>
                <a:schemeClr val="bg1"/>
              </a:buClr>
              <a:buFont typeface="Arial" panose="020B0604020202020204" pitchFamily="34" charset="0"/>
              <a:buChar char="‒"/>
              <a:tabLst/>
              <a:defRPr sz="2000" b="0" i="0">
                <a:solidFill>
                  <a:schemeClr val="accent5">
                    <a:lumMod val="20000"/>
                    <a:lumOff val="80000"/>
                  </a:schemeClr>
                </a:solidFill>
                <a:latin typeface="+mn-lt"/>
                <a:cs typeface="Calibri" panose="020F0502020204030204" pitchFamily="34" charset="0"/>
              </a:defRPr>
            </a:lvl2pPr>
            <a:lvl3pPr marL="1143000" indent="-228600"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1800" b="0" i="0">
                <a:solidFill>
                  <a:schemeClr val="accent5">
                    <a:lumMod val="20000"/>
                    <a:lumOff val="80000"/>
                  </a:schemeClr>
                </a:solidFill>
                <a:latin typeface="+mn-lt"/>
                <a:cs typeface="Calibri" panose="020F0502020204030204" pitchFamily="34" charset="0"/>
              </a:defRPr>
            </a:lvl3pPr>
            <a:lvl4pPr marL="1600200" indent="-228600">
              <a:buClr>
                <a:schemeClr val="bg1"/>
              </a:buClr>
              <a:buFont typeface="Arial" panose="020B0604020202020204" pitchFamily="34" charset="0"/>
              <a:buChar char="‒"/>
              <a:tabLst/>
              <a:defRPr sz="1800" b="0" i="0">
                <a:solidFill>
                  <a:schemeClr val="accent5">
                    <a:lumMod val="20000"/>
                    <a:lumOff val="80000"/>
                  </a:schemeClr>
                </a:solidFill>
                <a:latin typeface="+mn-lt"/>
                <a:cs typeface="Calibri" panose="020F0502020204030204" pitchFamily="34" charset="0"/>
              </a:defRPr>
            </a:lvl4pPr>
            <a:lvl5pPr marL="2057400" indent="-228600"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accent5">
                    <a:lumMod val="20000"/>
                    <a:lumOff val="80000"/>
                  </a:schemeClr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5A95B-EA76-8B4B-809B-5350F164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633" y="6449233"/>
            <a:ext cx="2743200" cy="365125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fld id="{15EEC727-1D5A-4340-AC1E-3EBF680B926B}" type="datetime1">
              <a:rPr lang="en-US" smtClean="0"/>
              <a:pPr/>
              <a:t>6/24/2024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ECC2B-9CA4-F049-B8DF-124C01117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9233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4B535-E047-7E4E-AC67-9B9E71213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8167" y="6449233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E8C51FE-49D9-314D-9957-ABBF7DDE87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29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528A97AC-29E4-9045-9C4E-EA5146BAAE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62858" y="-36576"/>
            <a:ext cx="5390896" cy="6931152"/>
          </a:xfrm>
          <a:prstGeom prst="rect">
            <a:avLst/>
          </a:prstGeom>
        </p:spPr>
      </p:pic>
      <p:sp>
        <p:nvSpPr>
          <p:cNvPr id="15" name="Freeform 9">
            <a:extLst>
              <a:ext uri="{FF2B5EF4-FFF2-40B4-BE49-F238E27FC236}">
                <a16:creationId xmlns:a16="http://schemas.microsoft.com/office/drawing/2014/main" id="{FE85F26A-4547-A74B-A506-99FE07247A3A}"/>
              </a:ext>
            </a:extLst>
          </p:cNvPr>
          <p:cNvSpPr>
            <a:spLocks/>
          </p:cNvSpPr>
          <p:nvPr userDrawn="1"/>
        </p:nvSpPr>
        <p:spPr bwMode="auto">
          <a:xfrm>
            <a:off x="-422655" y="-36576"/>
            <a:ext cx="2070763" cy="6931152"/>
          </a:xfrm>
          <a:custGeom>
            <a:avLst/>
            <a:gdLst>
              <a:gd name="T0" fmla="*/ 417 w 652"/>
              <a:gd name="T1" fmla="*/ 298 h 2160"/>
              <a:gd name="T2" fmla="*/ 566 w 652"/>
              <a:gd name="T3" fmla="*/ 0 h 2160"/>
              <a:gd name="T4" fmla="*/ 126 w 652"/>
              <a:gd name="T5" fmla="*/ 0 h 2160"/>
              <a:gd name="T6" fmla="*/ 126 w 652"/>
              <a:gd name="T7" fmla="*/ 2160 h 2160"/>
              <a:gd name="T8" fmla="*/ 475 w 652"/>
              <a:gd name="T9" fmla="*/ 2160 h 2160"/>
              <a:gd name="T10" fmla="*/ 309 w 652"/>
              <a:gd name="T11" fmla="*/ 1515 h 2160"/>
              <a:gd name="T12" fmla="*/ 595 w 652"/>
              <a:gd name="T13" fmla="*/ 2160 h 2160"/>
              <a:gd name="T14" fmla="*/ 652 w 652"/>
              <a:gd name="T15" fmla="*/ 2160 h 2160"/>
              <a:gd name="T16" fmla="*/ 417 w 652"/>
              <a:gd name="T17" fmla="*/ 298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52" h="2160">
                <a:moveTo>
                  <a:pt x="417" y="298"/>
                </a:moveTo>
                <a:cubicBezTo>
                  <a:pt x="464" y="189"/>
                  <a:pt x="512" y="94"/>
                  <a:pt x="566" y="0"/>
                </a:cubicBezTo>
                <a:cubicBezTo>
                  <a:pt x="126" y="0"/>
                  <a:pt x="126" y="0"/>
                  <a:pt x="126" y="0"/>
                </a:cubicBezTo>
                <a:cubicBezTo>
                  <a:pt x="126" y="2160"/>
                  <a:pt x="126" y="2160"/>
                  <a:pt x="126" y="2160"/>
                </a:cubicBezTo>
                <a:cubicBezTo>
                  <a:pt x="475" y="2160"/>
                  <a:pt x="475" y="2160"/>
                  <a:pt x="475" y="2160"/>
                </a:cubicBezTo>
                <a:cubicBezTo>
                  <a:pt x="324" y="1797"/>
                  <a:pt x="309" y="1515"/>
                  <a:pt x="309" y="1515"/>
                </a:cubicBezTo>
                <a:cubicBezTo>
                  <a:pt x="372" y="1772"/>
                  <a:pt x="476" y="1986"/>
                  <a:pt x="595" y="2160"/>
                </a:cubicBezTo>
                <a:cubicBezTo>
                  <a:pt x="652" y="2160"/>
                  <a:pt x="652" y="2160"/>
                  <a:pt x="652" y="2160"/>
                </a:cubicBezTo>
                <a:cubicBezTo>
                  <a:pt x="0" y="1268"/>
                  <a:pt x="417" y="298"/>
                  <a:pt x="417" y="298"/>
                </a:cubicBezTo>
                <a:close/>
              </a:path>
            </a:pathLst>
          </a:custGeom>
          <a:solidFill>
            <a:srgbClr val="00062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57E849A0-189A-BF4F-A32C-C7108DAF3157}"/>
              </a:ext>
            </a:extLst>
          </p:cNvPr>
          <p:cNvSpPr>
            <a:spLocks/>
          </p:cNvSpPr>
          <p:nvPr userDrawn="1"/>
        </p:nvSpPr>
        <p:spPr bwMode="auto">
          <a:xfrm>
            <a:off x="1527048" y="-58220"/>
            <a:ext cx="10698480" cy="6931152"/>
          </a:xfrm>
          <a:custGeom>
            <a:avLst/>
            <a:gdLst>
              <a:gd name="T0" fmla="*/ 1146 w 3370"/>
              <a:gd name="T1" fmla="*/ 0 h 2161"/>
              <a:gd name="T2" fmla="*/ 705 w 3370"/>
              <a:gd name="T3" fmla="*/ 1933 h 2161"/>
              <a:gd name="T4" fmla="*/ 511 w 3370"/>
              <a:gd name="T5" fmla="*/ 1 h 2161"/>
              <a:gd name="T6" fmla="*/ 420 w 3370"/>
              <a:gd name="T7" fmla="*/ 1 h 2161"/>
              <a:gd name="T8" fmla="*/ 650 w 3370"/>
              <a:gd name="T9" fmla="*/ 1903 h 2161"/>
              <a:gd name="T10" fmla="*/ 888 w 3370"/>
              <a:gd name="T11" fmla="*/ 2161 h 2161"/>
              <a:gd name="T12" fmla="*/ 3370 w 3370"/>
              <a:gd name="T13" fmla="*/ 2161 h 2161"/>
              <a:gd name="T14" fmla="*/ 3370 w 3370"/>
              <a:gd name="T15" fmla="*/ 0 h 2161"/>
              <a:gd name="T16" fmla="*/ 1146 w 3370"/>
              <a:gd name="T17" fmla="*/ 0 h 2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70" h="2161">
                <a:moveTo>
                  <a:pt x="1146" y="0"/>
                </a:moveTo>
                <a:cubicBezTo>
                  <a:pt x="143" y="904"/>
                  <a:pt x="705" y="1933"/>
                  <a:pt x="705" y="1933"/>
                </a:cubicBezTo>
                <a:cubicBezTo>
                  <a:pt x="192" y="1139"/>
                  <a:pt x="296" y="464"/>
                  <a:pt x="511" y="1"/>
                </a:cubicBezTo>
                <a:cubicBezTo>
                  <a:pt x="512" y="0"/>
                  <a:pt x="420" y="1"/>
                  <a:pt x="420" y="1"/>
                </a:cubicBezTo>
                <a:cubicBezTo>
                  <a:pt x="0" y="1063"/>
                  <a:pt x="650" y="1903"/>
                  <a:pt x="650" y="1903"/>
                </a:cubicBezTo>
                <a:cubicBezTo>
                  <a:pt x="729" y="2000"/>
                  <a:pt x="808" y="2085"/>
                  <a:pt x="888" y="2161"/>
                </a:cubicBezTo>
                <a:cubicBezTo>
                  <a:pt x="3370" y="2161"/>
                  <a:pt x="3370" y="2161"/>
                  <a:pt x="3370" y="2161"/>
                </a:cubicBezTo>
                <a:cubicBezTo>
                  <a:pt x="3370" y="0"/>
                  <a:pt x="3370" y="0"/>
                  <a:pt x="3370" y="0"/>
                </a:cubicBezTo>
                <a:lnTo>
                  <a:pt x="1146" y="0"/>
                </a:lnTo>
                <a:close/>
              </a:path>
            </a:pathLst>
          </a:custGeom>
          <a:gradFill flip="none" rotWithShape="1">
            <a:gsLst>
              <a:gs pos="98000">
                <a:srgbClr val="032364"/>
              </a:gs>
              <a:gs pos="49000">
                <a:srgbClr val="00062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A82CAA-A637-564B-9150-80E6208D2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4347" y="487320"/>
            <a:ext cx="7090215" cy="646331"/>
          </a:xfrm>
        </p:spPr>
        <p:txBody>
          <a:bodyPr wrap="square">
            <a:spAutoFit/>
          </a:bodyPr>
          <a:lstStyle>
            <a:lvl1pPr>
              <a:defRPr>
                <a:solidFill>
                  <a:srgbClr val="FF954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FFBED-D27D-074B-9C33-10A234BC62E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14347" y="1401346"/>
            <a:ext cx="7090215" cy="1681486"/>
          </a:xfrm>
        </p:spPr>
        <p:txBody>
          <a:bodyPr wrap="square">
            <a:spAutoFit/>
          </a:bodyPr>
          <a:lstStyle>
            <a:lvl1pPr marL="228600" indent="-228600">
              <a:buClr>
                <a:schemeClr val="bg1"/>
              </a:buClr>
              <a:buSzPct val="80000"/>
              <a:buFont typeface="Arial" panose="020B0604020202020204" pitchFamily="34" charset="0"/>
              <a:buChar char="•"/>
              <a:tabLst/>
              <a:defRPr sz="20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  <a:lvl2pPr marL="685800" indent="-228600">
              <a:buClr>
                <a:schemeClr val="bg1"/>
              </a:buClr>
              <a:buSzPct val="80000"/>
              <a:buFont typeface="Arial" panose="020B0604020202020204" pitchFamily="34" charset="0"/>
              <a:buChar char="‒"/>
              <a:tabLst/>
              <a:defRPr sz="2000" b="0" i="0">
                <a:solidFill>
                  <a:schemeClr val="accent5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buClr>
                <a:schemeClr val="bg1"/>
              </a:buClr>
              <a:buSzPct val="80000"/>
              <a:buFont typeface="Arial" panose="020B0604020202020204" pitchFamily="34" charset="0"/>
              <a:buChar char="•"/>
              <a:tabLst/>
              <a:defRPr sz="1800" b="0" i="0">
                <a:solidFill>
                  <a:schemeClr val="accent5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buClr>
                <a:schemeClr val="bg1"/>
              </a:buClr>
              <a:buSzPct val="80000"/>
              <a:buFont typeface="Arial" panose="020B0604020202020204" pitchFamily="34" charset="0"/>
              <a:buChar char="‒"/>
              <a:tabLst/>
              <a:defRPr sz="1800" b="0" i="0">
                <a:solidFill>
                  <a:schemeClr val="accent5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>
              <a:buClr>
                <a:schemeClr val="bg1"/>
              </a:buClr>
              <a:buSzPct val="80000"/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accent5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5A95B-EA76-8B4B-809B-5350F164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633" y="6443890"/>
            <a:ext cx="2743200" cy="365125"/>
          </a:xfrm>
        </p:spPr>
        <p:txBody>
          <a:bodyPr/>
          <a:lstStyle>
            <a:lvl1pPr>
              <a:defRPr lang="en-US" sz="1050" b="0" i="0" kern="1200" smtClean="0">
                <a:solidFill>
                  <a:schemeClr val="bg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fld id="{38C66DEB-E195-8F42-B855-BB53802DFBD4}" type="datetime1">
              <a:rPr lang="en-US" smtClean="0"/>
              <a:pPr/>
              <a:t>6/24/2024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ECC2B-9CA4-F049-B8DF-124C01117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9233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4DF0F7E-E452-C345-AC7C-F724A12C79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98167" y="644923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2E8C51FE-49D9-314D-9957-ABBF7DDE87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889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61BA50B-8B1F-A244-B375-F86C8E5436F9}"/>
              </a:ext>
            </a:extLst>
          </p:cNvPr>
          <p:cNvSpPr/>
          <p:nvPr userDrawn="1"/>
        </p:nvSpPr>
        <p:spPr>
          <a:xfrm>
            <a:off x="-4721" y="-7555"/>
            <a:ext cx="12271248" cy="6866691"/>
          </a:xfrm>
          <a:prstGeom prst="rect">
            <a:avLst/>
          </a:prstGeom>
          <a:solidFill>
            <a:srgbClr val="3A38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A687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EC7C33-1BA5-1748-8B08-423C53E14A7C}"/>
              </a:ext>
            </a:extLst>
          </p:cNvPr>
          <p:cNvSpPr>
            <a:spLocks/>
          </p:cNvSpPr>
          <p:nvPr userDrawn="1"/>
        </p:nvSpPr>
        <p:spPr>
          <a:xfrm>
            <a:off x="-14881" y="-20382"/>
            <a:ext cx="12271248" cy="6931152"/>
          </a:xfrm>
          <a:prstGeom prst="rect">
            <a:avLst/>
          </a:prstGeom>
          <a:gradFill flip="none" rotWithShape="1">
            <a:gsLst>
              <a:gs pos="100000">
                <a:srgbClr val="0076B7"/>
              </a:gs>
              <a:gs pos="59000">
                <a:srgbClr val="2CA272"/>
              </a:gs>
              <a:gs pos="0">
                <a:srgbClr val="0077B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A687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3DAB9EF-B79C-C640-9FA8-40D2DFCE2AD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17663" y="-20382"/>
            <a:ext cx="4652702" cy="6931152"/>
            <a:chOff x="3308351" y="2370138"/>
            <a:chExt cx="2760662" cy="4110037"/>
          </a:xfrm>
          <a:gradFill flip="none" rotWithShape="1">
            <a:gsLst>
              <a:gs pos="0">
                <a:srgbClr val="00B0F0"/>
              </a:gs>
              <a:gs pos="100000">
                <a:srgbClr val="36CDA2"/>
              </a:gs>
            </a:gsLst>
            <a:lin ang="10800000" scaled="1"/>
            <a:tileRect/>
          </a:gradFill>
        </p:grpSpPr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192CEE28-B58D-3241-B190-DB9DEBDD11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94213" y="2370138"/>
              <a:ext cx="1574800" cy="3676650"/>
            </a:xfrm>
            <a:custGeom>
              <a:avLst/>
              <a:gdLst>
                <a:gd name="T0" fmla="*/ 239 w 828"/>
                <a:gd name="T1" fmla="*/ 1416 h 1936"/>
                <a:gd name="T2" fmla="*/ 387 w 828"/>
                <a:gd name="T3" fmla="*/ 1936 h 1936"/>
                <a:gd name="T4" fmla="*/ 127 w 828"/>
                <a:gd name="T5" fmla="*/ 1417 h 1936"/>
                <a:gd name="T6" fmla="*/ 239 w 828"/>
                <a:gd name="T7" fmla="*/ 1416 h 1936"/>
                <a:gd name="T8" fmla="*/ 273 w 828"/>
                <a:gd name="T9" fmla="*/ 883 h 1936"/>
                <a:gd name="T10" fmla="*/ 828 w 828"/>
                <a:gd name="T11" fmla="*/ 3 h 1936"/>
                <a:gd name="T12" fmla="*/ 195 w 828"/>
                <a:gd name="T13" fmla="*/ 0 h 1936"/>
                <a:gd name="T14" fmla="*/ 18 w 828"/>
                <a:gd name="T15" fmla="*/ 883 h 1936"/>
                <a:gd name="T16" fmla="*/ 273 w 828"/>
                <a:gd name="T17" fmla="*/ 883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28" h="1936">
                  <a:moveTo>
                    <a:pt x="239" y="1416"/>
                  </a:moveTo>
                  <a:cubicBezTo>
                    <a:pt x="273" y="1728"/>
                    <a:pt x="387" y="1936"/>
                    <a:pt x="387" y="1936"/>
                  </a:cubicBezTo>
                  <a:cubicBezTo>
                    <a:pt x="271" y="1756"/>
                    <a:pt x="186" y="1583"/>
                    <a:pt x="127" y="1417"/>
                  </a:cubicBezTo>
                  <a:lnTo>
                    <a:pt x="239" y="1416"/>
                  </a:lnTo>
                  <a:close/>
                  <a:moveTo>
                    <a:pt x="273" y="883"/>
                  </a:moveTo>
                  <a:cubicBezTo>
                    <a:pt x="342" y="603"/>
                    <a:pt x="503" y="296"/>
                    <a:pt x="828" y="3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82" y="241"/>
                    <a:pt x="0" y="540"/>
                    <a:pt x="18" y="883"/>
                  </a:cubicBezTo>
                  <a:lnTo>
                    <a:pt x="273" y="8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596FB482-A049-3547-9EDC-6CB459264D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3276" y="5254625"/>
              <a:ext cx="542925" cy="1223962"/>
            </a:xfrm>
            <a:custGeom>
              <a:avLst/>
              <a:gdLst>
                <a:gd name="T0" fmla="*/ 286 w 286"/>
                <a:gd name="T1" fmla="*/ 645 h 645"/>
                <a:gd name="T2" fmla="*/ 0 w 286"/>
                <a:gd name="T3" fmla="*/ 0 h 645"/>
                <a:gd name="T4" fmla="*/ 166 w 286"/>
                <a:gd name="T5" fmla="*/ 645 h 645"/>
                <a:gd name="T6" fmla="*/ 286 w 286"/>
                <a:gd name="T7" fmla="*/ 645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6" h="645">
                  <a:moveTo>
                    <a:pt x="286" y="645"/>
                  </a:moveTo>
                  <a:cubicBezTo>
                    <a:pt x="167" y="471"/>
                    <a:pt x="62" y="257"/>
                    <a:pt x="0" y="0"/>
                  </a:cubicBezTo>
                  <a:cubicBezTo>
                    <a:pt x="0" y="0"/>
                    <a:pt x="14" y="282"/>
                    <a:pt x="166" y="645"/>
                  </a:cubicBezTo>
                  <a:lnTo>
                    <a:pt x="286" y="6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2">
              <a:extLst>
                <a:ext uri="{FF2B5EF4-FFF2-40B4-BE49-F238E27FC236}">
                  <a16:creationId xmlns:a16="http://schemas.microsoft.com/office/drawing/2014/main" id="{7152F9E5-7B6B-C842-8B3D-E679AF46B9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08351" y="2376488"/>
              <a:ext cx="2270125" cy="4103687"/>
            </a:xfrm>
            <a:custGeom>
              <a:avLst/>
              <a:gdLst>
                <a:gd name="T0" fmla="*/ 32 w 1193"/>
                <a:gd name="T1" fmla="*/ 1413 h 2162"/>
                <a:gd name="T2" fmla="*/ 361 w 1193"/>
                <a:gd name="T3" fmla="*/ 2161 h 2162"/>
                <a:gd name="T4" fmla="*/ 1193 w 1193"/>
                <a:gd name="T5" fmla="*/ 2161 h 2162"/>
                <a:gd name="T6" fmla="*/ 955 w 1193"/>
                <a:gd name="T7" fmla="*/ 1903 h 2162"/>
                <a:gd name="T8" fmla="*/ 704 w 1193"/>
                <a:gd name="T9" fmla="*/ 1413 h 2162"/>
                <a:gd name="T10" fmla="*/ 32 w 1193"/>
                <a:gd name="T11" fmla="*/ 1413 h 2162"/>
                <a:gd name="T12" fmla="*/ 0 w 1193"/>
                <a:gd name="T13" fmla="*/ 879 h 2162"/>
                <a:gd name="T14" fmla="*/ 126 w 1193"/>
                <a:gd name="T15" fmla="*/ 299 h 2162"/>
                <a:gd name="T16" fmla="*/ 275 w 1193"/>
                <a:gd name="T17" fmla="*/ 0 h 2162"/>
                <a:gd name="T18" fmla="*/ 725 w 1193"/>
                <a:gd name="T19" fmla="*/ 0 h 2162"/>
                <a:gd name="T20" fmla="*/ 590 w 1193"/>
                <a:gd name="T21" fmla="*/ 879 h 2162"/>
                <a:gd name="T22" fmla="*/ 0 w 1193"/>
                <a:gd name="T23" fmla="*/ 879 h 2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93" h="2162">
                  <a:moveTo>
                    <a:pt x="32" y="1413"/>
                  </a:moveTo>
                  <a:cubicBezTo>
                    <a:pt x="79" y="1653"/>
                    <a:pt x="178" y="1910"/>
                    <a:pt x="361" y="2161"/>
                  </a:cubicBezTo>
                  <a:cubicBezTo>
                    <a:pt x="362" y="2162"/>
                    <a:pt x="1193" y="2161"/>
                    <a:pt x="1193" y="2161"/>
                  </a:cubicBezTo>
                  <a:cubicBezTo>
                    <a:pt x="1113" y="2085"/>
                    <a:pt x="1034" y="2000"/>
                    <a:pt x="955" y="1903"/>
                  </a:cubicBezTo>
                  <a:cubicBezTo>
                    <a:pt x="955" y="1903"/>
                    <a:pt x="812" y="1718"/>
                    <a:pt x="704" y="1413"/>
                  </a:cubicBezTo>
                  <a:lnTo>
                    <a:pt x="32" y="1413"/>
                  </a:lnTo>
                  <a:close/>
                  <a:moveTo>
                    <a:pt x="0" y="879"/>
                  </a:moveTo>
                  <a:cubicBezTo>
                    <a:pt x="25" y="534"/>
                    <a:pt x="126" y="299"/>
                    <a:pt x="126" y="299"/>
                  </a:cubicBezTo>
                  <a:cubicBezTo>
                    <a:pt x="173" y="190"/>
                    <a:pt x="220" y="94"/>
                    <a:pt x="275" y="0"/>
                  </a:cubicBezTo>
                  <a:cubicBezTo>
                    <a:pt x="725" y="0"/>
                    <a:pt x="725" y="0"/>
                    <a:pt x="725" y="0"/>
                  </a:cubicBezTo>
                  <a:cubicBezTo>
                    <a:pt x="599" y="319"/>
                    <a:pt x="569" y="617"/>
                    <a:pt x="590" y="879"/>
                  </a:cubicBezTo>
                  <a:lnTo>
                    <a:pt x="0" y="8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45009C4D-3D5C-544F-90AB-A6EB0948F063}"/>
              </a:ext>
            </a:extLst>
          </p:cNvPr>
          <p:cNvSpPr/>
          <p:nvPr userDrawn="1"/>
        </p:nvSpPr>
        <p:spPr>
          <a:xfrm>
            <a:off x="-14881" y="160316"/>
            <a:ext cx="12266952" cy="6309360"/>
          </a:xfrm>
          <a:prstGeom prst="rect">
            <a:avLst/>
          </a:prstGeom>
          <a:gradFill flip="none" rotWithShape="1">
            <a:gsLst>
              <a:gs pos="89000">
                <a:srgbClr val="00205F"/>
              </a:gs>
              <a:gs pos="38000">
                <a:srgbClr val="00062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A82CAA-A637-564B-9150-80E6208D2E2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17663" y="368281"/>
            <a:ext cx="11207491" cy="646331"/>
          </a:xfrm>
        </p:spPr>
        <p:txBody>
          <a:bodyPr wrap="square">
            <a:spAutoFit/>
          </a:bodyPr>
          <a:lstStyle>
            <a:lvl1pPr>
              <a:defRPr b="0" i="0">
                <a:solidFill>
                  <a:srgbClr val="FF954F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FFBED-D27D-074B-9C33-10A234BC62EA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517663" y="1281322"/>
            <a:ext cx="11207491" cy="1681486"/>
          </a:xfrm>
        </p:spPr>
        <p:txBody>
          <a:bodyPr wrap="square">
            <a:spAutoFit/>
          </a:bodyPr>
          <a:lstStyle>
            <a:lvl1pPr marL="228600" indent="-228600"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2000" b="1">
                <a:solidFill>
                  <a:schemeClr val="accent5">
                    <a:lumMod val="20000"/>
                    <a:lumOff val="80000"/>
                  </a:schemeClr>
                </a:solidFill>
                <a:latin typeface="+mn-lt"/>
              </a:defRPr>
            </a:lvl1pPr>
            <a:lvl2pPr marL="685800" indent="-228600">
              <a:buClr>
                <a:schemeClr val="bg1"/>
              </a:buClr>
              <a:buFont typeface="Arial" panose="020B0604020202020204" pitchFamily="34" charset="0"/>
              <a:buChar char="‒"/>
              <a:tabLst/>
              <a:defRPr sz="2000" b="0" i="0">
                <a:solidFill>
                  <a:schemeClr val="accent5">
                    <a:lumMod val="20000"/>
                    <a:lumOff val="80000"/>
                  </a:schemeClr>
                </a:solidFill>
                <a:latin typeface="+mn-lt"/>
                <a:cs typeface="Calibri" panose="020F0502020204030204" pitchFamily="34" charset="0"/>
              </a:defRPr>
            </a:lvl2pPr>
            <a:lvl3pPr marL="1143000" indent="-228600"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1800" b="0" i="0">
                <a:solidFill>
                  <a:schemeClr val="accent5">
                    <a:lumMod val="20000"/>
                    <a:lumOff val="80000"/>
                  </a:schemeClr>
                </a:solidFill>
                <a:latin typeface="+mn-lt"/>
                <a:cs typeface="Calibri" panose="020F0502020204030204" pitchFamily="34" charset="0"/>
              </a:defRPr>
            </a:lvl3pPr>
            <a:lvl4pPr marL="1600200" indent="-228600">
              <a:buClr>
                <a:schemeClr val="bg1"/>
              </a:buClr>
              <a:buFont typeface="Arial" panose="020B0604020202020204" pitchFamily="34" charset="0"/>
              <a:buChar char="‒"/>
              <a:tabLst/>
              <a:defRPr sz="1800" b="0" i="0">
                <a:solidFill>
                  <a:schemeClr val="accent5">
                    <a:lumMod val="20000"/>
                    <a:lumOff val="80000"/>
                  </a:schemeClr>
                </a:solidFill>
                <a:latin typeface="+mn-lt"/>
                <a:cs typeface="Calibri" panose="020F0502020204030204" pitchFamily="34" charset="0"/>
              </a:defRPr>
            </a:lvl4pPr>
            <a:lvl5pPr marL="2057400" indent="-228600"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accent5">
                    <a:lumMod val="20000"/>
                    <a:lumOff val="80000"/>
                  </a:schemeClr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5A95B-EA76-8B4B-809B-5350F164FF1A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>
          <a:xfrm>
            <a:off x="97289" y="6503144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C61A40-1EA2-224C-B3B7-13C9149DDE67}" type="datetime1">
              <a:rPr lang="en-US" smtClean="0"/>
              <a:pPr/>
              <a:t>6/24/2024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ECC2B-9CA4-F049-B8DF-124C0111761C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4042408" y="6501587"/>
            <a:ext cx="41148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4B535-E047-7E4E-AC67-9B9E7121304F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9298167" y="650131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E8C51FE-49D9-314D-9957-ABBF7DDE87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935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F9876A79-C94F-0645-AA8D-E27943AA90C8}"/>
              </a:ext>
            </a:extLst>
          </p:cNvPr>
          <p:cNvGrpSpPr/>
          <p:nvPr userDrawn="1"/>
        </p:nvGrpSpPr>
        <p:grpSpPr>
          <a:xfrm>
            <a:off x="-14881" y="-20382"/>
            <a:ext cx="12271248" cy="6931152"/>
            <a:chOff x="-14881" y="-20382"/>
            <a:chExt cx="12271248" cy="693115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DF8FAD8-BAF1-B04A-B90E-77DBF149C8EA}"/>
                </a:ext>
              </a:extLst>
            </p:cNvPr>
            <p:cNvSpPr>
              <a:spLocks/>
            </p:cNvSpPr>
            <p:nvPr userDrawn="1"/>
          </p:nvSpPr>
          <p:spPr>
            <a:xfrm>
              <a:off x="-14881" y="-20382"/>
              <a:ext cx="12271248" cy="6931152"/>
            </a:xfrm>
            <a:prstGeom prst="rect">
              <a:avLst/>
            </a:prstGeom>
            <a:gradFill flip="none" rotWithShape="1">
              <a:gsLst>
                <a:gs pos="100000">
                  <a:srgbClr val="0076B7"/>
                </a:gs>
                <a:gs pos="59000">
                  <a:srgbClr val="2CA272"/>
                </a:gs>
                <a:gs pos="0">
                  <a:srgbClr val="0077B4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A687"/>
                </a:solidFill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907E28B-ADDF-6549-98E7-D9092DD6DDED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517663" y="-20382"/>
              <a:ext cx="4652702" cy="6931152"/>
              <a:chOff x="3308351" y="2370138"/>
              <a:chExt cx="2760662" cy="4110037"/>
            </a:xfrm>
            <a:gradFill flip="none" rotWithShape="1">
              <a:gsLst>
                <a:gs pos="0">
                  <a:srgbClr val="00B0F0"/>
                </a:gs>
                <a:gs pos="100000">
                  <a:srgbClr val="36CDA2"/>
                </a:gs>
              </a:gsLst>
              <a:lin ang="10800000" scaled="1"/>
              <a:tileRect/>
            </a:gradFill>
          </p:grpSpPr>
          <p:sp>
            <p:nvSpPr>
              <p:cNvPr id="19" name="Freeform 10">
                <a:extLst>
                  <a:ext uri="{FF2B5EF4-FFF2-40B4-BE49-F238E27FC236}">
                    <a16:creationId xmlns:a16="http://schemas.microsoft.com/office/drawing/2014/main" id="{63273564-3634-D643-AE3D-837B43CB66E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94213" y="2370138"/>
                <a:ext cx="1574800" cy="3676650"/>
              </a:xfrm>
              <a:custGeom>
                <a:avLst/>
                <a:gdLst>
                  <a:gd name="T0" fmla="*/ 239 w 828"/>
                  <a:gd name="T1" fmla="*/ 1416 h 1936"/>
                  <a:gd name="T2" fmla="*/ 387 w 828"/>
                  <a:gd name="T3" fmla="*/ 1936 h 1936"/>
                  <a:gd name="T4" fmla="*/ 127 w 828"/>
                  <a:gd name="T5" fmla="*/ 1417 h 1936"/>
                  <a:gd name="T6" fmla="*/ 239 w 828"/>
                  <a:gd name="T7" fmla="*/ 1416 h 1936"/>
                  <a:gd name="T8" fmla="*/ 273 w 828"/>
                  <a:gd name="T9" fmla="*/ 883 h 1936"/>
                  <a:gd name="T10" fmla="*/ 828 w 828"/>
                  <a:gd name="T11" fmla="*/ 3 h 1936"/>
                  <a:gd name="T12" fmla="*/ 195 w 828"/>
                  <a:gd name="T13" fmla="*/ 0 h 1936"/>
                  <a:gd name="T14" fmla="*/ 18 w 828"/>
                  <a:gd name="T15" fmla="*/ 883 h 1936"/>
                  <a:gd name="T16" fmla="*/ 273 w 828"/>
                  <a:gd name="T17" fmla="*/ 883 h 19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28" h="1936">
                    <a:moveTo>
                      <a:pt x="239" y="1416"/>
                    </a:moveTo>
                    <a:cubicBezTo>
                      <a:pt x="273" y="1728"/>
                      <a:pt x="387" y="1936"/>
                      <a:pt x="387" y="1936"/>
                    </a:cubicBezTo>
                    <a:cubicBezTo>
                      <a:pt x="271" y="1756"/>
                      <a:pt x="186" y="1583"/>
                      <a:pt x="127" y="1417"/>
                    </a:cubicBezTo>
                    <a:lnTo>
                      <a:pt x="239" y="1416"/>
                    </a:lnTo>
                    <a:close/>
                    <a:moveTo>
                      <a:pt x="273" y="883"/>
                    </a:moveTo>
                    <a:cubicBezTo>
                      <a:pt x="342" y="603"/>
                      <a:pt x="503" y="296"/>
                      <a:pt x="828" y="3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82" y="241"/>
                      <a:pt x="0" y="540"/>
                      <a:pt x="18" y="883"/>
                    </a:cubicBezTo>
                    <a:lnTo>
                      <a:pt x="273" y="8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" name="Freeform 11">
                <a:extLst>
                  <a:ext uri="{FF2B5EF4-FFF2-40B4-BE49-F238E27FC236}">
                    <a16:creationId xmlns:a16="http://schemas.microsoft.com/office/drawing/2014/main" id="{CDEFCAAE-B69B-0143-8130-AE291BDC71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3276" y="5254625"/>
                <a:ext cx="542925" cy="1223962"/>
              </a:xfrm>
              <a:custGeom>
                <a:avLst/>
                <a:gdLst>
                  <a:gd name="T0" fmla="*/ 286 w 286"/>
                  <a:gd name="T1" fmla="*/ 645 h 645"/>
                  <a:gd name="T2" fmla="*/ 0 w 286"/>
                  <a:gd name="T3" fmla="*/ 0 h 645"/>
                  <a:gd name="T4" fmla="*/ 166 w 286"/>
                  <a:gd name="T5" fmla="*/ 645 h 645"/>
                  <a:gd name="T6" fmla="*/ 286 w 286"/>
                  <a:gd name="T7" fmla="*/ 645 h 6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6" h="645">
                    <a:moveTo>
                      <a:pt x="286" y="645"/>
                    </a:moveTo>
                    <a:cubicBezTo>
                      <a:pt x="167" y="471"/>
                      <a:pt x="62" y="257"/>
                      <a:pt x="0" y="0"/>
                    </a:cubicBezTo>
                    <a:cubicBezTo>
                      <a:pt x="0" y="0"/>
                      <a:pt x="14" y="282"/>
                      <a:pt x="166" y="645"/>
                    </a:cubicBezTo>
                    <a:lnTo>
                      <a:pt x="286" y="6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12">
                <a:extLst>
                  <a:ext uri="{FF2B5EF4-FFF2-40B4-BE49-F238E27FC236}">
                    <a16:creationId xmlns:a16="http://schemas.microsoft.com/office/drawing/2014/main" id="{2596FBA1-C4DF-C843-99A3-84B509936DB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308351" y="2376488"/>
                <a:ext cx="2270125" cy="4103687"/>
              </a:xfrm>
              <a:custGeom>
                <a:avLst/>
                <a:gdLst>
                  <a:gd name="T0" fmla="*/ 32 w 1193"/>
                  <a:gd name="T1" fmla="*/ 1413 h 2162"/>
                  <a:gd name="T2" fmla="*/ 361 w 1193"/>
                  <a:gd name="T3" fmla="*/ 2161 h 2162"/>
                  <a:gd name="T4" fmla="*/ 1193 w 1193"/>
                  <a:gd name="T5" fmla="*/ 2161 h 2162"/>
                  <a:gd name="T6" fmla="*/ 955 w 1193"/>
                  <a:gd name="T7" fmla="*/ 1903 h 2162"/>
                  <a:gd name="T8" fmla="*/ 704 w 1193"/>
                  <a:gd name="T9" fmla="*/ 1413 h 2162"/>
                  <a:gd name="T10" fmla="*/ 32 w 1193"/>
                  <a:gd name="T11" fmla="*/ 1413 h 2162"/>
                  <a:gd name="T12" fmla="*/ 0 w 1193"/>
                  <a:gd name="T13" fmla="*/ 879 h 2162"/>
                  <a:gd name="T14" fmla="*/ 126 w 1193"/>
                  <a:gd name="T15" fmla="*/ 299 h 2162"/>
                  <a:gd name="T16" fmla="*/ 275 w 1193"/>
                  <a:gd name="T17" fmla="*/ 0 h 2162"/>
                  <a:gd name="T18" fmla="*/ 725 w 1193"/>
                  <a:gd name="T19" fmla="*/ 0 h 2162"/>
                  <a:gd name="T20" fmla="*/ 590 w 1193"/>
                  <a:gd name="T21" fmla="*/ 879 h 2162"/>
                  <a:gd name="T22" fmla="*/ 0 w 1193"/>
                  <a:gd name="T23" fmla="*/ 879 h 2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193" h="2162">
                    <a:moveTo>
                      <a:pt x="32" y="1413"/>
                    </a:moveTo>
                    <a:cubicBezTo>
                      <a:pt x="79" y="1653"/>
                      <a:pt x="178" y="1910"/>
                      <a:pt x="361" y="2161"/>
                    </a:cubicBezTo>
                    <a:cubicBezTo>
                      <a:pt x="362" y="2162"/>
                      <a:pt x="1193" y="2161"/>
                      <a:pt x="1193" y="2161"/>
                    </a:cubicBezTo>
                    <a:cubicBezTo>
                      <a:pt x="1113" y="2085"/>
                      <a:pt x="1034" y="2000"/>
                      <a:pt x="955" y="1903"/>
                    </a:cubicBezTo>
                    <a:cubicBezTo>
                      <a:pt x="955" y="1903"/>
                      <a:pt x="812" y="1718"/>
                      <a:pt x="704" y="1413"/>
                    </a:cubicBezTo>
                    <a:lnTo>
                      <a:pt x="32" y="1413"/>
                    </a:lnTo>
                    <a:close/>
                    <a:moveTo>
                      <a:pt x="0" y="879"/>
                    </a:moveTo>
                    <a:cubicBezTo>
                      <a:pt x="25" y="534"/>
                      <a:pt x="126" y="299"/>
                      <a:pt x="126" y="299"/>
                    </a:cubicBezTo>
                    <a:cubicBezTo>
                      <a:pt x="173" y="190"/>
                      <a:pt x="220" y="94"/>
                      <a:pt x="275" y="0"/>
                    </a:cubicBezTo>
                    <a:cubicBezTo>
                      <a:pt x="725" y="0"/>
                      <a:pt x="725" y="0"/>
                      <a:pt x="725" y="0"/>
                    </a:cubicBezTo>
                    <a:cubicBezTo>
                      <a:pt x="599" y="319"/>
                      <a:pt x="569" y="617"/>
                      <a:pt x="590" y="879"/>
                    </a:cubicBezTo>
                    <a:lnTo>
                      <a:pt x="0" y="87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2CF99BA-5DA9-9A45-8E78-946CEA04E014}"/>
                </a:ext>
              </a:extLst>
            </p:cNvPr>
            <p:cNvSpPr/>
            <p:nvPr userDrawn="1"/>
          </p:nvSpPr>
          <p:spPr>
            <a:xfrm>
              <a:off x="-14881" y="160316"/>
              <a:ext cx="12266952" cy="6309360"/>
            </a:xfrm>
            <a:prstGeom prst="rect">
              <a:avLst/>
            </a:prstGeom>
            <a:gradFill flip="none" rotWithShape="1">
              <a:gsLst>
                <a:gs pos="89000">
                  <a:srgbClr val="00205F"/>
                </a:gs>
                <a:gs pos="38000">
                  <a:srgbClr val="000624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5A82CAA-A637-564B-9150-80E6208D2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764" y="322852"/>
            <a:ext cx="11493661" cy="646331"/>
          </a:xfrm>
        </p:spPr>
        <p:txBody>
          <a:bodyPr wrap="square">
            <a:spAutoFit/>
          </a:bodyPr>
          <a:lstStyle>
            <a:lvl1pPr>
              <a:defRPr b="0" i="0">
                <a:solidFill>
                  <a:srgbClr val="FF954F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FFBED-D27D-074B-9C33-10A234BC62E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763" y="1123675"/>
            <a:ext cx="11493661" cy="1653786"/>
          </a:xfrm>
        </p:spPr>
        <p:txBody>
          <a:bodyPr wrap="square">
            <a:spAutoFit/>
          </a:bodyPr>
          <a:lstStyle>
            <a:lvl1pPr marL="228600" indent="-228600">
              <a:buFont typeface="Arial" panose="020B0604020202020204" pitchFamily="34" charset="0"/>
              <a:buChar char="•"/>
              <a:tabLst/>
              <a:defRPr sz="2000" b="1">
                <a:solidFill>
                  <a:schemeClr val="accent5">
                    <a:lumMod val="20000"/>
                    <a:lumOff val="80000"/>
                  </a:schemeClr>
                </a:solidFill>
                <a:latin typeface="+mn-lt"/>
              </a:defRPr>
            </a:lvl1pPr>
            <a:lvl2pPr marL="685800" indent="-228600">
              <a:buFont typeface="Arial" panose="020B0604020202020204" pitchFamily="34" charset="0"/>
              <a:buChar char="‒"/>
              <a:tabLst/>
              <a:defRPr sz="2000">
                <a:solidFill>
                  <a:schemeClr val="accent5">
                    <a:lumMod val="20000"/>
                    <a:lumOff val="80000"/>
                  </a:schemeClr>
                </a:solidFill>
                <a:latin typeface="+mn-lt"/>
              </a:defRPr>
            </a:lvl2pPr>
            <a:lvl3pPr marL="1143000" indent="-228600">
              <a:buFont typeface="Arial" panose="020B0604020202020204" pitchFamily="34" charset="0"/>
              <a:buChar char="•"/>
              <a:tabLst/>
              <a:defRPr sz="1800">
                <a:solidFill>
                  <a:schemeClr val="accent5">
                    <a:lumMod val="20000"/>
                    <a:lumOff val="80000"/>
                  </a:schemeClr>
                </a:solidFill>
                <a:latin typeface="+mn-lt"/>
              </a:defRPr>
            </a:lvl3pPr>
            <a:lvl4pPr marL="1600200" indent="-228600">
              <a:buFont typeface="Arial" panose="020B0604020202020204" pitchFamily="34" charset="0"/>
              <a:buChar char="‒"/>
              <a:tabLst/>
              <a:defRPr sz="1800">
                <a:solidFill>
                  <a:schemeClr val="accent5">
                    <a:lumMod val="20000"/>
                    <a:lumOff val="80000"/>
                  </a:schemeClr>
                </a:solidFill>
                <a:latin typeface="+mn-lt"/>
              </a:defRPr>
            </a:lvl4pPr>
            <a:lvl5pPr marL="2057400" indent="-228600">
              <a:buFont typeface="Arial" panose="020B0604020202020204" pitchFamily="34" charset="0"/>
              <a:buChar char="•"/>
              <a:tabLst/>
              <a:defRPr sz="1600">
                <a:solidFill>
                  <a:schemeClr val="accent5">
                    <a:lumMod val="20000"/>
                    <a:lumOff val="8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5A95B-EA76-8B4B-809B-5350F164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525" y="6509918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C61A40-1EA2-224C-B3B7-13C9149DDE67}" type="datetime1">
              <a:rPr lang="en-US" smtClean="0"/>
              <a:pPr/>
              <a:t>6/24/2024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ECC2B-9CA4-F049-B8DF-124C01117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43314" y="6507967"/>
            <a:ext cx="41148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4B535-E047-7E4E-AC67-9B9E71213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8167" y="650766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E8C51FE-49D9-314D-9957-ABBF7DDE87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767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CCB69B3-095F-7F43-897F-0B0DBDB39D15}"/>
              </a:ext>
            </a:extLst>
          </p:cNvPr>
          <p:cNvSpPr>
            <a:spLocks noChangeAspect="1"/>
          </p:cNvSpPr>
          <p:nvPr userDrawn="1"/>
        </p:nvSpPr>
        <p:spPr>
          <a:xfrm>
            <a:off x="-13447" y="-18826"/>
            <a:ext cx="12237385" cy="6931152"/>
          </a:xfrm>
          <a:prstGeom prst="rect">
            <a:avLst/>
          </a:prstGeom>
          <a:gradFill flip="none" rotWithShape="1">
            <a:gsLst>
              <a:gs pos="90000">
                <a:srgbClr val="002067"/>
              </a:gs>
              <a:gs pos="38000">
                <a:srgbClr val="00062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ECC2B-9CA4-F049-B8DF-124C01117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22339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A82CAA-A637-564B-9150-80E6208D2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8421" y="571708"/>
            <a:ext cx="9251621" cy="646331"/>
          </a:xfrm>
        </p:spPr>
        <p:txBody>
          <a:bodyPr wrap="square">
            <a:spAutoFit/>
          </a:bodyPr>
          <a:lstStyle>
            <a:lvl1pPr>
              <a:defRPr b="0" i="0">
                <a:solidFill>
                  <a:srgbClr val="FF954F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FFBED-D27D-074B-9C33-10A234BC62E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328422" y="1549165"/>
            <a:ext cx="9251621" cy="1681486"/>
          </a:xfrm>
        </p:spPr>
        <p:txBody>
          <a:bodyPr>
            <a:spAutoFit/>
          </a:bodyPr>
          <a:lstStyle>
            <a:lvl1pPr marL="228600" indent="-228600">
              <a:buFont typeface="Arial" panose="020B0604020202020204" pitchFamily="34" charset="0"/>
              <a:buChar char="•"/>
              <a:tabLst/>
              <a:defRPr sz="2000" b="1">
                <a:solidFill>
                  <a:schemeClr val="accent5">
                    <a:lumMod val="20000"/>
                    <a:lumOff val="80000"/>
                  </a:schemeClr>
                </a:solidFill>
                <a:latin typeface="+mn-lt"/>
              </a:defRPr>
            </a:lvl1pPr>
            <a:lvl2pPr marL="685800" indent="-228600">
              <a:buFont typeface="Arial" panose="020B0604020202020204" pitchFamily="34" charset="0"/>
              <a:buChar char="‒"/>
              <a:tabLst/>
              <a:defRPr sz="2000" b="0" i="0">
                <a:solidFill>
                  <a:schemeClr val="accent5">
                    <a:lumMod val="20000"/>
                    <a:lumOff val="80000"/>
                  </a:schemeClr>
                </a:solidFill>
                <a:latin typeface="+mn-lt"/>
                <a:cs typeface="Calibri" panose="020F050202020403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tabLst/>
              <a:defRPr sz="1800" b="0" i="0">
                <a:solidFill>
                  <a:schemeClr val="accent5">
                    <a:lumMod val="20000"/>
                    <a:lumOff val="80000"/>
                  </a:schemeClr>
                </a:solidFill>
                <a:latin typeface="+mn-lt"/>
                <a:cs typeface="Calibri" panose="020F0502020204030204" pitchFamily="34" charset="0"/>
              </a:defRPr>
            </a:lvl3pPr>
            <a:lvl4pPr marL="1600200" indent="-228600">
              <a:buFont typeface="Arial" panose="020B0604020202020204" pitchFamily="34" charset="0"/>
              <a:buChar char="‒"/>
              <a:tabLst/>
              <a:defRPr sz="1800" b="0" i="0">
                <a:solidFill>
                  <a:schemeClr val="accent5">
                    <a:lumMod val="20000"/>
                    <a:lumOff val="80000"/>
                  </a:schemeClr>
                </a:solidFill>
                <a:latin typeface="+mn-lt"/>
                <a:cs typeface="Calibri" panose="020F050202020403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accent5">
                    <a:lumMod val="20000"/>
                    <a:lumOff val="80000"/>
                  </a:schemeClr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4B535-E047-7E4E-AC67-9B9E71213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8167" y="6449233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E8C51FE-49D9-314D-9957-ABBF7DDE878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D2E439-D63B-3147-A0C1-5968190D766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-473777" y="-26508"/>
            <a:ext cx="3222745" cy="6931152"/>
            <a:chOff x="-473777" y="-18943"/>
            <a:chExt cx="3197522" cy="6876906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311606B4-6314-6744-903E-C573D63DB150}"/>
                </a:ext>
              </a:extLst>
            </p:cNvPr>
            <p:cNvSpPr>
              <a:spLocks/>
            </p:cNvSpPr>
            <p:nvPr/>
          </p:nvSpPr>
          <p:spPr bwMode="auto">
            <a:xfrm>
              <a:off x="-473777" y="-18943"/>
              <a:ext cx="3197522" cy="6152517"/>
            </a:xfrm>
            <a:custGeom>
              <a:avLst/>
              <a:gdLst>
                <a:gd name="T0" fmla="*/ 370 w 1003"/>
                <a:gd name="T1" fmla="*/ 0 h 1936"/>
                <a:gd name="T2" fmla="*/ 561 w 1003"/>
                <a:gd name="T3" fmla="*/ 1936 h 1936"/>
                <a:gd name="T4" fmla="*/ 1003 w 1003"/>
                <a:gd name="T5" fmla="*/ 3 h 1936"/>
                <a:gd name="T6" fmla="*/ 370 w 1003"/>
                <a:gd name="T7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3" h="1936">
                  <a:moveTo>
                    <a:pt x="370" y="0"/>
                  </a:moveTo>
                  <a:cubicBezTo>
                    <a:pt x="153" y="463"/>
                    <a:pt x="47" y="1140"/>
                    <a:pt x="561" y="1936"/>
                  </a:cubicBezTo>
                  <a:cubicBezTo>
                    <a:pt x="561" y="1936"/>
                    <a:pt x="0" y="907"/>
                    <a:pt x="1003" y="3"/>
                  </a:cubicBezTo>
                  <a:lnTo>
                    <a:pt x="370" y="0"/>
                  </a:lnTo>
                  <a:close/>
                </a:path>
              </a:pathLst>
            </a:custGeom>
            <a:gradFill flip="none" rotWithShape="1">
              <a:gsLst>
                <a:gs pos="97000">
                  <a:srgbClr val="0076B3"/>
                </a:gs>
                <a:gs pos="0">
                  <a:srgbClr val="0474B2"/>
                </a:gs>
                <a:gs pos="41000">
                  <a:srgbClr val="31A66C"/>
                </a:gs>
              </a:gsLst>
              <a:lin ang="16200000" scaled="1"/>
              <a:tileRect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2BEC233-F67F-DD46-8FE7-58571609C5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4253" y="-9370"/>
              <a:ext cx="1913089" cy="6867333"/>
            </a:xfrm>
            <a:custGeom>
              <a:avLst/>
              <a:gdLst>
                <a:gd name="T0" fmla="*/ 0 w 600"/>
                <a:gd name="T1" fmla="*/ 2161 h 2161"/>
                <a:gd name="T2" fmla="*/ 600 w 600"/>
                <a:gd name="T3" fmla="*/ 2161 h 2161"/>
                <a:gd name="T4" fmla="*/ 363 w 600"/>
                <a:gd name="T5" fmla="*/ 1903 h 2161"/>
                <a:gd name="T6" fmla="*/ 1 w 600"/>
                <a:gd name="T7" fmla="*/ 918 h 2161"/>
                <a:gd name="T8" fmla="*/ 0 w 600"/>
                <a:gd name="T9" fmla="*/ 2161 h 2161"/>
                <a:gd name="T10" fmla="*/ 1 w 600"/>
                <a:gd name="T11" fmla="*/ 536 h 2161"/>
                <a:gd name="T12" fmla="*/ 133 w 600"/>
                <a:gd name="T13" fmla="*/ 0 h 2161"/>
                <a:gd name="T14" fmla="*/ 0 w 600"/>
                <a:gd name="T15" fmla="*/ 0 h 2161"/>
                <a:gd name="T16" fmla="*/ 1 w 600"/>
                <a:gd name="T17" fmla="*/ 536 h 2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0" h="2161">
                  <a:moveTo>
                    <a:pt x="0" y="2161"/>
                  </a:moveTo>
                  <a:cubicBezTo>
                    <a:pt x="246" y="2161"/>
                    <a:pt x="600" y="2161"/>
                    <a:pt x="600" y="2161"/>
                  </a:cubicBezTo>
                  <a:cubicBezTo>
                    <a:pt x="521" y="2085"/>
                    <a:pt x="442" y="2000"/>
                    <a:pt x="363" y="1903"/>
                  </a:cubicBezTo>
                  <a:cubicBezTo>
                    <a:pt x="363" y="1903"/>
                    <a:pt x="58" y="1508"/>
                    <a:pt x="1" y="918"/>
                  </a:cubicBezTo>
                  <a:lnTo>
                    <a:pt x="0" y="2161"/>
                  </a:lnTo>
                  <a:close/>
                  <a:moveTo>
                    <a:pt x="1" y="536"/>
                  </a:moveTo>
                  <a:cubicBezTo>
                    <a:pt x="18" y="367"/>
                    <a:pt x="59" y="187"/>
                    <a:pt x="133" y="0"/>
                  </a:cubicBezTo>
                  <a:cubicBezTo>
                    <a:pt x="133" y="0"/>
                    <a:pt x="74" y="0"/>
                    <a:pt x="0" y="0"/>
                  </a:cubicBezTo>
                  <a:lnTo>
                    <a:pt x="1" y="536"/>
                  </a:lnTo>
                  <a:close/>
                </a:path>
              </a:pathLst>
            </a:custGeom>
            <a:gradFill flip="none" rotWithShape="1">
              <a:gsLst>
                <a:gs pos="66000">
                  <a:srgbClr val="31A66C"/>
                </a:gs>
                <a:gs pos="0">
                  <a:srgbClr val="0075B7"/>
                </a:gs>
                <a:gs pos="100000">
                  <a:srgbClr val="0075B7"/>
                </a:gs>
              </a:gsLst>
              <a:lin ang="5400000" scaled="1"/>
              <a:tileRect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5A95B-EA76-8B4B-809B-5350F164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481" y="6422339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3ED51BE-C197-0B40-88B2-0056457972A2}" type="datetime1">
              <a:rPr lang="en-US" smtClean="0"/>
              <a:pPr/>
              <a:t>6/24/2024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49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A855BCA-089E-3644-9327-C1C16E08B3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6475" y="-25214"/>
            <a:ext cx="2838136" cy="6931152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15D435DA-A2AC-CD43-AC34-05D577668C66}"/>
              </a:ext>
            </a:extLst>
          </p:cNvPr>
          <p:cNvSpPr>
            <a:spLocks/>
          </p:cNvSpPr>
          <p:nvPr userDrawn="1"/>
        </p:nvSpPr>
        <p:spPr bwMode="auto">
          <a:xfrm>
            <a:off x="-57413" y="-41690"/>
            <a:ext cx="12362688" cy="6933422"/>
          </a:xfrm>
          <a:custGeom>
            <a:avLst/>
            <a:gdLst>
              <a:gd name="T0" fmla="*/ 1146 w 3370"/>
              <a:gd name="T1" fmla="*/ 0 h 2161"/>
              <a:gd name="T2" fmla="*/ 705 w 3370"/>
              <a:gd name="T3" fmla="*/ 1933 h 2161"/>
              <a:gd name="T4" fmla="*/ 511 w 3370"/>
              <a:gd name="T5" fmla="*/ 1 h 2161"/>
              <a:gd name="T6" fmla="*/ 420 w 3370"/>
              <a:gd name="T7" fmla="*/ 1 h 2161"/>
              <a:gd name="T8" fmla="*/ 650 w 3370"/>
              <a:gd name="T9" fmla="*/ 1903 h 2161"/>
              <a:gd name="T10" fmla="*/ 888 w 3370"/>
              <a:gd name="T11" fmla="*/ 2161 h 2161"/>
              <a:gd name="T12" fmla="*/ 3370 w 3370"/>
              <a:gd name="T13" fmla="*/ 2161 h 2161"/>
              <a:gd name="T14" fmla="*/ 3370 w 3370"/>
              <a:gd name="T15" fmla="*/ 0 h 2161"/>
              <a:gd name="T16" fmla="*/ 1146 w 3370"/>
              <a:gd name="T17" fmla="*/ 0 h 2161"/>
              <a:gd name="connsiteX0" fmla="*/ 2575 w 11489"/>
              <a:gd name="connsiteY0" fmla="*/ 51 h 10051"/>
              <a:gd name="connsiteX1" fmla="*/ 1266 w 11489"/>
              <a:gd name="connsiteY1" fmla="*/ 8996 h 10051"/>
              <a:gd name="connsiteX2" fmla="*/ 690 w 11489"/>
              <a:gd name="connsiteY2" fmla="*/ 56 h 10051"/>
              <a:gd name="connsiteX3" fmla="*/ 420 w 11489"/>
              <a:gd name="connsiteY3" fmla="*/ 56 h 10051"/>
              <a:gd name="connsiteX4" fmla="*/ 1103 w 11489"/>
              <a:gd name="connsiteY4" fmla="*/ 8857 h 10051"/>
              <a:gd name="connsiteX5" fmla="*/ 1809 w 11489"/>
              <a:gd name="connsiteY5" fmla="*/ 10051 h 10051"/>
              <a:gd name="connsiteX6" fmla="*/ 9174 w 11489"/>
              <a:gd name="connsiteY6" fmla="*/ 10051 h 10051"/>
              <a:gd name="connsiteX7" fmla="*/ 11489 w 11489"/>
              <a:gd name="connsiteY7" fmla="*/ 0 h 10051"/>
              <a:gd name="connsiteX8" fmla="*/ 2575 w 11489"/>
              <a:gd name="connsiteY8" fmla="*/ 51 h 10051"/>
              <a:gd name="connsiteX0" fmla="*/ 2575 w 11489"/>
              <a:gd name="connsiteY0" fmla="*/ 51 h 10051"/>
              <a:gd name="connsiteX1" fmla="*/ 1266 w 11489"/>
              <a:gd name="connsiteY1" fmla="*/ 8996 h 10051"/>
              <a:gd name="connsiteX2" fmla="*/ 690 w 11489"/>
              <a:gd name="connsiteY2" fmla="*/ 56 h 10051"/>
              <a:gd name="connsiteX3" fmla="*/ 420 w 11489"/>
              <a:gd name="connsiteY3" fmla="*/ 56 h 10051"/>
              <a:gd name="connsiteX4" fmla="*/ 1103 w 11489"/>
              <a:gd name="connsiteY4" fmla="*/ 8857 h 10051"/>
              <a:gd name="connsiteX5" fmla="*/ 1809 w 11489"/>
              <a:gd name="connsiteY5" fmla="*/ 10051 h 10051"/>
              <a:gd name="connsiteX6" fmla="*/ 11424 w 11489"/>
              <a:gd name="connsiteY6" fmla="*/ 10051 h 10051"/>
              <a:gd name="connsiteX7" fmla="*/ 11489 w 11489"/>
              <a:gd name="connsiteY7" fmla="*/ 0 h 10051"/>
              <a:gd name="connsiteX8" fmla="*/ 2575 w 11489"/>
              <a:gd name="connsiteY8" fmla="*/ 51 h 10051"/>
              <a:gd name="connsiteX0" fmla="*/ 2575 w 11435"/>
              <a:gd name="connsiteY0" fmla="*/ 34 h 10034"/>
              <a:gd name="connsiteX1" fmla="*/ 1266 w 11435"/>
              <a:gd name="connsiteY1" fmla="*/ 8979 h 10034"/>
              <a:gd name="connsiteX2" fmla="*/ 690 w 11435"/>
              <a:gd name="connsiteY2" fmla="*/ 39 h 10034"/>
              <a:gd name="connsiteX3" fmla="*/ 420 w 11435"/>
              <a:gd name="connsiteY3" fmla="*/ 39 h 10034"/>
              <a:gd name="connsiteX4" fmla="*/ 1103 w 11435"/>
              <a:gd name="connsiteY4" fmla="*/ 8840 h 10034"/>
              <a:gd name="connsiteX5" fmla="*/ 1809 w 11435"/>
              <a:gd name="connsiteY5" fmla="*/ 10034 h 10034"/>
              <a:gd name="connsiteX6" fmla="*/ 11424 w 11435"/>
              <a:gd name="connsiteY6" fmla="*/ 10034 h 10034"/>
              <a:gd name="connsiteX7" fmla="*/ 11435 w 11435"/>
              <a:gd name="connsiteY7" fmla="*/ 0 h 10034"/>
              <a:gd name="connsiteX8" fmla="*/ 2575 w 11435"/>
              <a:gd name="connsiteY8" fmla="*/ 34 h 10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35" h="10034">
                <a:moveTo>
                  <a:pt x="2575" y="34"/>
                </a:moveTo>
                <a:cubicBezTo>
                  <a:pt x="-402" y="4217"/>
                  <a:pt x="1266" y="8979"/>
                  <a:pt x="1266" y="8979"/>
                </a:cubicBezTo>
                <a:cubicBezTo>
                  <a:pt x="-256" y="5305"/>
                  <a:pt x="52" y="2181"/>
                  <a:pt x="690" y="39"/>
                </a:cubicBezTo>
                <a:cubicBezTo>
                  <a:pt x="693" y="34"/>
                  <a:pt x="420" y="39"/>
                  <a:pt x="420" y="39"/>
                </a:cubicBezTo>
                <a:cubicBezTo>
                  <a:pt x="-826" y="4953"/>
                  <a:pt x="1103" y="8840"/>
                  <a:pt x="1103" y="8840"/>
                </a:cubicBezTo>
                <a:cubicBezTo>
                  <a:pt x="1337" y="9289"/>
                  <a:pt x="1572" y="9682"/>
                  <a:pt x="1809" y="10034"/>
                </a:cubicBezTo>
                <a:lnTo>
                  <a:pt x="11424" y="10034"/>
                </a:lnTo>
                <a:cubicBezTo>
                  <a:pt x="11424" y="34"/>
                  <a:pt x="11435" y="0"/>
                  <a:pt x="11435" y="0"/>
                </a:cubicBezTo>
                <a:lnTo>
                  <a:pt x="2575" y="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A82CAA-A637-564B-9150-80E6208D2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8422" y="457813"/>
            <a:ext cx="9618296" cy="646331"/>
          </a:xfrm>
        </p:spPr>
        <p:txBody>
          <a:bodyPr wrap="square">
            <a:spAutoFit/>
          </a:bodyPr>
          <a:lstStyle>
            <a:lvl1pPr>
              <a:defRPr b="0" i="0">
                <a:solidFill>
                  <a:srgbClr val="001D56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FFBED-D27D-074B-9C33-10A234BC62E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328423" y="1405330"/>
            <a:ext cx="9618296" cy="1681486"/>
          </a:xfrm>
        </p:spPr>
        <p:txBody>
          <a:bodyPr wrap="square">
            <a:spAutoFit/>
          </a:bodyPr>
          <a:lstStyle>
            <a:lvl1pPr marL="228600" indent="-228600">
              <a:buFont typeface="Arial" panose="020B0604020202020204" pitchFamily="34" charset="0"/>
              <a:buChar char="•"/>
              <a:tabLst/>
              <a:defRPr sz="2000" b="1">
                <a:latin typeface="+mn-lt"/>
              </a:defRPr>
            </a:lvl1pPr>
            <a:lvl2pPr marL="685800" indent="-228600">
              <a:buFont typeface="Arial" panose="020B0604020202020204" pitchFamily="34" charset="0"/>
              <a:buChar char="‒"/>
              <a:tabLst/>
              <a:defRPr sz="2000" b="0" i="0">
                <a:latin typeface="+mn-lt"/>
                <a:cs typeface="Calibri" panose="020F050202020403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tabLst/>
              <a:defRPr sz="1800" b="0" i="0">
                <a:latin typeface="+mn-lt"/>
                <a:cs typeface="Calibri" panose="020F0502020204030204" pitchFamily="34" charset="0"/>
              </a:defRPr>
            </a:lvl3pPr>
            <a:lvl4pPr marL="1600200" indent="-228600">
              <a:buFont typeface="Arial" panose="020B0604020202020204" pitchFamily="34" charset="0"/>
              <a:buChar char="‒"/>
              <a:tabLst/>
              <a:defRPr sz="1800" b="0" i="0">
                <a:latin typeface="+mn-lt"/>
                <a:cs typeface="Calibri" panose="020F050202020403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tabLst/>
              <a:defRPr sz="1600" b="0" i="0"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5A95B-EA76-8B4B-809B-5350F164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481" y="6449232"/>
            <a:ext cx="2743200" cy="365125"/>
          </a:xfrm>
        </p:spPr>
        <p:txBody>
          <a:bodyPr/>
          <a:lstStyle>
            <a:lvl1pPr>
              <a:defRPr>
                <a:solidFill>
                  <a:srgbClr val="002067"/>
                </a:solidFill>
              </a:defRPr>
            </a:lvl1pPr>
          </a:lstStyle>
          <a:p>
            <a:fld id="{560CABEB-1600-5948-8C7B-FD3AA1B0761A}" type="datetime1">
              <a:rPr lang="en-US" smtClean="0"/>
              <a:pPr/>
              <a:t>6/24/2024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ECC2B-9CA4-F049-B8DF-124C01117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9233"/>
            <a:ext cx="4114800" cy="365125"/>
          </a:xfrm>
        </p:spPr>
        <p:txBody>
          <a:bodyPr/>
          <a:lstStyle>
            <a:lvl1pPr>
              <a:defRPr>
                <a:solidFill>
                  <a:srgbClr val="002067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4B535-E047-7E4E-AC67-9B9E71213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5319" y="6449233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067"/>
                </a:solidFill>
              </a:defRPr>
            </a:lvl1pPr>
          </a:lstStyle>
          <a:p>
            <a:fld id="{2E8C51FE-49D9-314D-9957-ABBF7DDE87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913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82CAA-A637-564B-9150-80E6208D2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680" y="457813"/>
            <a:ext cx="7187819" cy="646331"/>
          </a:xfrm>
        </p:spPr>
        <p:txBody>
          <a:bodyPr wrap="square">
            <a:spAutoFit/>
          </a:bodyPr>
          <a:lstStyle>
            <a:lvl1pPr>
              <a:defRPr>
                <a:solidFill>
                  <a:srgbClr val="001D5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FFBED-D27D-074B-9C33-10A234BC62E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745680" y="1321920"/>
            <a:ext cx="7187820" cy="1681486"/>
          </a:xfrm>
        </p:spPr>
        <p:txBody>
          <a:bodyPr wrap="square">
            <a:spAutoFit/>
          </a:bodyPr>
          <a:lstStyle>
            <a:lvl1pPr marL="228600" indent="-228600">
              <a:buFont typeface="Arial" panose="020B0604020202020204" pitchFamily="34" charset="0"/>
              <a:buChar char="•"/>
              <a:tabLst/>
              <a:defRPr sz="2000" b="1">
                <a:latin typeface="+mn-lt"/>
              </a:defRPr>
            </a:lvl1pPr>
            <a:lvl2pPr marL="685800" indent="-228600">
              <a:buFont typeface="Arial" panose="020B0604020202020204" pitchFamily="34" charset="0"/>
              <a:buChar char="‒"/>
              <a:tabLst/>
              <a:defRPr sz="2000" b="0" i="0">
                <a:latin typeface="+mn-lt"/>
                <a:cs typeface="Calibri" panose="020F050202020403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tabLst/>
              <a:defRPr sz="1800" b="0" i="0">
                <a:latin typeface="+mn-lt"/>
                <a:cs typeface="Calibri" panose="020F0502020204030204" pitchFamily="34" charset="0"/>
              </a:defRPr>
            </a:lvl3pPr>
            <a:lvl4pPr marL="1600200" indent="-228600">
              <a:buFont typeface="Arial" panose="020B0604020202020204" pitchFamily="34" charset="0"/>
              <a:buChar char="‒"/>
              <a:tabLst/>
              <a:defRPr sz="1800" b="0" i="0">
                <a:latin typeface="+mn-lt"/>
                <a:cs typeface="Calibri" panose="020F050202020403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tabLst/>
              <a:defRPr sz="1600" b="0" i="0"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5A95B-EA76-8B4B-809B-5350F164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481" y="6449233"/>
            <a:ext cx="2743200" cy="365125"/>
          </a:xfrm>
        </p:spPr>
        <p:txBody>
          <a:bodyPr/>
          <a:lstStyle>
            <a:lvl1pPr>
              <a:defRPr>
                <a:solidFill>
                  <a:srgbClr val="001D56"/>
                </a:solidFill>
              </a:defRPr>
            </a:lvl1pPr>
          </a:lstStyle>
          <a:p>
            <a:fld id="{B7A3A6F5-1846-BF47-847E-05B3CF95E989}" type="datetime1">
              <a:rPr lang="en-US" smtClean="0"/>
              <a:pPr/>
              <a:t>6/24/2024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ECC2B-9CA4-F049-B8DF-124C01117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9233"/>
            <a:ext cx="4114800" cy="365125"/>
          </a:xfrm>
        </p:spPr>
        <p:txBody>
          <a:bodyPr/>
          <a:lstStyle>
            <a:lvl1pPr>
              <a:defRPr>
                <a:solidFill>
                  <a:srgbClr val="001D56"/>
                </a:solidFill>
              </a:defRPr>
            </a:lvl1pPr>
          </a:lstStyle>
          <a:p>
            <a:endParaRPr lang="en-US" dirty="0">
              <a:solidFill>
                <a:srgbClr val="001D56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11BAA-4117-3947-8925-C89E73B5A6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51955" y="644923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rgbClr val="001D5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2E8C51FE-49D9-314D-9957-ABBF7DDE87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893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28EE5410-AAA9-3A4E-8467-17F4D23AD3A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-473777" y="-26508"/>
            <a:ext cx="3222745" cy="6931152"/>
            <a:chOff x="-473777" y="-18943"/>
            <a:chExt cx="3197522" cy="6876906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9494E304-F074-8643-8799-A77F701D4440}"/>
                </a:ext>
              </a:extLst>
            </p:cNvPr>
            <p:cNvSpPr>
              <a:spLocks/>
            </p:cNvSpPr>
            <p:nvPr/>
          </p:nvSpPr>
          <p:spPr bwMode="auto">
            <a:xfrm>
              <a:off x="-473777" y="-18943"/>
              <a:ext cx="3197522" cy="6152517"/>
            </a:xfrm>
            <a:custGeom>
              <a:avLst/>
              <a:gdLst>
                <a:gd name="T0" fmla="*/ 370 w 1003"/>
                <a:gd name="T1" fmla="*/ 0 h 1936"/>
                <a:gd name="T2" fmla="*/ 561 w 1003"/>
                <a:gd name="T3" fmla="*/ 1936 h 1936"/>
                <a:gd name="T4" fmla="*/ 1003 w 1003"/>
                <a:gd name="T5" fmla="*/ 3 h 1936"/>
                <a:gd name="T6" fmla="*/ 370 w 1003"/>
                <a:gd name="T7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3" h="1936">
                  <a:moveTo>
                    <a:pt x="370" y="0"/>
                  </a:moveTo>
                  <a:cubicBezTo>
                    <a:pt x="153" y="463"/>
                    <a:pt x="47" y="1140"/>
                    <a:pt x="561" y="1936"/>
                  </a:cubicBezTo>
                  <a:cubicBezTo>
                    <a:pt x="561" y="1936"/>
                    <a:pt x="0" y="907"/>
                    <a:pt x="1003" y="3"/>
                  </a:cubicBezTo>
                  <a:lnTo>
                    <a:pt x="370" y="0"/>
                  </a:lnTo>
                  <a:close/>
                </a:path>
              </a:pathLst>
            </a:custGeom>
            <a:gradFill flip="none" rotWithShape="1">
              <a:gsLst>
                <a:gs pos="97000">
                  <a:srgbClr val="0076B3"/>
                </a:gs>
                <a:gs pos="0">
                  <a:srgbClr val="0474B2"/>
                </a:gs>
                <a:gs pos="41000">
                  <a:srgbClr val="31A66C"/>
                </a:gs>
              </a:gsLst>
              <a:lin ang="16200000" scaled="1"/>
              <a:tileRect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9C052D-D4EC-A24F-BD2F-93E1415275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4253" y="-9370"/>
              <a:ext cx="1913089" cy="6867333"/>
            </a:xfrm>
            <a:custGeom>
              <a:avLst/>
              <a:gdLst>
                <a:gd name="T0" fmla="*/ 0 w 600"/>
                <a:gd name="T1" fmla="*/ 2161 h 2161"/>
                <a:gd name="T2" fmla="*/ 600 w 600"/>
                <a:gd name="T3" fmla="*/ 2161 h 2161"/>
                <a:gd name="T4" fmla="*/ 363 w 600"/>
                <a:gd name="T5" fmla="*/ 1903 h 2161"/>
                <a:gd name="T6" fmla="*/ 1 w 600"/>
                <a:gd name="T7" fmla="*/ 918 h 2161"/>
                <a:gd name="T8" fmla="*/ 0 w 600"/>
                <a:gd name="T9" fmla="*/ 2161 h 2161"/>
                <a:gd name="T10" fmla="*/ 1 w 600"/>
                <a:gd name="T11" fmla="*/ 536 h 2161"/>
                <a:gd name="T12" fmla="*/ 133 w 600"/>
                <a:gd name="T13" fmla="*/ 0 h 2161"/>
                <a:gd name="T14" fmla="*/ 0 w 600"/>
                <a:gd name="T15" fmla="*/ 0 h 2161"/>
                <a:gd name="T16" fmla="*/ 1 w 600"/>
                <a:gd name="T17" fmla="*/ 536 h 2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0" h="2161">
                  <a:moveTo>
                    <a:pt x="0" y="2161"/>
                  </a:moveTo>
                  <a:cubicBezTo>
                    <a:pt x="246" y="2161"/>
                    <a:pt x="600" y="2161"/>
                    <a:pt x="600" y="2161"/>
                  </a:cubicBezTo>
                  <a:cubicBezTo>
                    <a:pt x="521" y="2085"/>
                    <a:pt x="442" y="2000"/>
                    <a:pt x="363" y="1903"/>
                  </a:cubicBezTo>
                  <a:cubicBezTo>
                    <a:pt x="363" y="1903"/>
                    <a:pt x="58" y="1508"/>
                    <a:pt x="1" y="918"/>
                  </a:cubicBezTo>
                  <a:lnTo>
                    <a:pt x="0" y="2161"/>
                  </a:lnTo>
                  <a:close/>
                  <a:moveTo>
                    <a:pt x="1" y="536"/>
                  </a:moveTo>
                  <a:cubicBezTo>
                    <a:pt x="18" y="367"/>
                    <a:pt x="59" y="187"/>
                    <a:pt x="133" y="0"/>
                  </a:cubicBezTo>
                  <a:cubicBezTo>
                    <a:pt x="133" y="0"/>
                    <a:pt x="74" y="0"/>
                    <a:pt x="0" y="0"/>
                  </a:cubicBezTo>
                  <a:lnTo>
                    <a:pt x="1" y="536"/>
                  </a:lnTo>
                  <a:close/>
                </a:path>
              </a:pathLst>
            </a:custGeom>
            <a:gradFill flip="none" rotWithShape="1">
              <a:gsLst>
                <a:gs pos="66000">
                  <a:srgbClr val="31A66C"/>
                </a:gs>
                <a:gs pos="0">
                  <a:srgbClr val="0075B7"/>
                </a:gs>
                <a:gs pos="100000">
                  <a:srgbClr val="0075B7"/>
                </a:gs>
              </a:gsLst>
              <a:lin ang="5400000" scaled="1"/>
              <a:tileRect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D39314DF-B8C0-8042-B8AE-48FCFF73A96D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-32811"/>
            <a:ext cx="2949137" cy="6931152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A82CAA-A637-564B-9150-80E6208D2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8421" y="560134"/>
            <a:ext cx="9542547" cy="646331"/>
          </a:xfrm>
        </p:spPr>
        <p:txBody>
          <a:bodyPr wrap="square">
            <a:spAutoFit/>
          </a:bodyPr>
          <a:lstStyle>
            <a:lvl1pPr>
              <a:defRPr b="0" i="0">
                <a:solidFill>
                  <a:srgbClr val="001D56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FFBED-D27D-074B-9C33-10A234BC62E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325489" y="1461953"/>
            <a:ext cx="9545479" cy="1681486"/>
          </a:xfrm>
        </p:spPr>
        <p:txBody>
          <a:bodyPr wrap="square">
            <a:spAutoFit/>
          </a:bodyPr>
          <a:lstStyle>
            <a:lvl1pPr marL="228600" indent="-228600">
              <a:buFont typeface="Arial" panose="020B0604020202020204" pitchFamily="34" charset="0"/>
              <a:buChar char="•"/>
              <a:tabLst/>
              <a:defRPr sz="2000" b="1">
                <a:latin typeface="+mn-lt"/>
              </a:defRPr>
            </a:lvl1pPr>
            <a:lvl2pPr marL="685800" indent="-228600">
              <a:buFont typeface="Arial" panose="020B0604020202020204" pitchFamily="34" charset="0"/>
              <a:buChar char="‒"/>
              <a:tabLst/>
              <a:defRPr sz="2000" b="0" i="0">
                <a:latin typeface="+mn-lt"/>
                <a:cs typeface="Calibri" panose="020F050202020403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tabLst/>
              <a:defRPr sz="1800" b="0" i="0">
                <a:latin typeface="+mn-lt"/>
                <a:cs typeface="Calibri" panose="020F0502020204030204" pitchFamily="34" charset="0"/>
              </a:defRPr>
            </a:lvl3pPr>
            <a:lvl4pPr marL="1600200" indent="-228600">
              <a:buFont typeface="Arial" panose="020B0604020202020204" pitchFamily="34" charset="0"/>
              <a:buChar char="‒"/>
              <a:tabLst/>
              <a:defRPr sz="1800" b="0" i="0">
                <a:latin typeface="+mn-lt"/>
                <a:cs typeface="Calibri" panose="020F050202020403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tabLst/>
              <a:defRPr sz="1600" b="0" i="0"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5A95B-EA76-8B4B-809B-5350F164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481" y="6449233"/>
            <a:ext cx="2743200" cy="365125"/>
          </a:xfrm>
        </p:spPr>
        <p:txBody>
          <a:bodyPr/>
          <a:lstStyle>
            <a:lvl1pPr>
              <a:defRPr>
                <a:solidFill>
                  <a:srgbClr val="00164F"/>
                </a:solidFill>
              </a:defRPr>
            </a:lvl1pPr>
          </a:lstStyle>
          <a:p>
            <a:fld id="{1321BC19-DEB5-6C43-B159-69B9B2F1F702}" type="datetime1">
              <a:rPr lang="en-US" smtClean="0"/>
              <a:pPr/>
              <a:t>6/24/2024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ECC2B-9CA4-F049-B8DF-124C01117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9233"/>
            <a:ext cx="4114800" cy="365125"/>
          </a:xfrm>
        </p:spPr>
        <p:txBody>
          <a:bodyPr/>
          <a:lstStyle>
            <a:lvl1pPr>
              <a:defRPr>
                <a:solidFill>
                  <a:srgbClr val="00164F"/>
                </a:solidFill>
              </a:defRPr>
            </a:lvl1pPr>
          </a:lstStyle>
          <a:p>
            <a:endParaRPr lang="en-US" dirty="0">
              <a:solidFill>
                <a:srgbClr val="00164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4B535-E047-7E4E-AC67-9B9E71213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5319" y="6449233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164F"/>
                </a:solidFill>
              </a:defRPr>
            </a:lvl1pPr>
          </a:lstStyle>
          <a:p>
            <a:fld id="{2E8C51FE-49D9-314D-9957-ABBF7DDE87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516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FABD8527-6D06-7A4D-B1DD-ED7A7A06666C}"/>
              </a:ext>
            </a:extLst>
          </p:cNvPr>
          <p:cNvGrpSpPr/>
          <p:nvPr userDrawn="1"/>
        </p:nvGrpSpPr>
        <p:grpSpPr>
          <a:xfrm>
            <a:off x="-13447" y="-19394"/>
            <a:ext cx="12274036" cy="6933770"/>
            <a:chOff x="-13447" y="-19394"/>
            <a:chExt cx="12274036" cy="693377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F6D7B2F-8A5D-9C46-A3D3-88E7CC339890}"/>
                </a:ext>
              </a:extLst>
            </p:cNvPr>
            <p:cNvSpPr>
              <a:spLocks/>
            </p:cNvSpPr>
            <p:nvPr userDrawn="1"/>
          </p:nvSpPr>
          <p:spPr>
            <a:xfrm>
              <a:off x="-13447" y="-19394"/>
              <a:ext cx="12272942" cy="6931152"/>
            </a:xfrm>
            <a:prstGeom prst="rect">
              <a:avLst/>
            </a:prstGeom>
            <a:gradFill flip="none" rotWithShape="1">
              <a:gsLst>
                <a:gs pos="100000">
                  <a:srgbClr val="0076B7"/>
                </a:gs>
                <a:gs pos="59000">
                  <a:srgbClr val="2CA272"/>
                </a:gs>
                <a:gs pos="0">
                  <a:srgbClr val="0077B4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A687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F7D4A7F-CF0F-EB42-86B6-BA6E1567E064}"/>
                </a:ext>
              </a:extLst>
            </p:cNvPr>
            <p:cNvSpPr>
              <a:spLocks/>
            </p:cNvSpPr>
            <p:nvPr userDrawn="1"/>
          </p:nvSpPr>
          <p:spPr>
            <a:xfrm>
              <a:off x="-13447" y="-19394"/>
              <a:ext cx="12273280" cy="6931152"/>
            </a:xfrm>
            <a:prstGeom prst="rect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8F2AA13-62B5-E94E-BF4C-C0DFD13288BB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527221" y="-19394"/>
              <a:ext cx="4652702" cy="6933770"/>
              <a:chOff x="3308351" y="2370138"/>
              <a:chExt cx="2760662" cy="4111589"/>
            </a:xfrm>
            <a:gradFill flip="none" rotWithShape="1">
              <a:gsLst>
                <a:gs pos="0">
                  <a:srgbClr val="00B0F0"/>
                </a:gs>
                <a:gs pos="100000">
                  <a:srgbClr val="36CDA2"/>
                </a:gs>
              </a:gsLst>
              <a:lin ang="10800000" scaled="1"/>
              <a:tileRect/>
            </a:gradFill>
          </p:grpSpPr>
          <p:sp>
            <p:nvSpPr>
              <p:cNvPr id="25" name="Freeform 10">
                <a:extLst>
                  <a:ext uri="{FF2B5EF4-FFF2-40B4-BE49-F238E27FC236}">
                    <a16:creationId xmlns:a16="http://schemas.microsoft.com/office/drawing/2014/main" id="{D5304AE8-B3A1-9340-A039-E36A5DC7A25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94213" y="2370138"/>
                <a:ext cx="1574800" cy="3676650"/>
              </a:xfrm>
              <a:custGeom>
                <a:avLst/>
                <a:gdLst>
                  <a:gd name="T0" fmla="*/ 239 w 828"/>
                  <a:gd name="T1" fmla="*/ 1416 h 1936"/>
                  <a:gd name="T2" fmla="*/ 387 w 828"/>
                  <a:gd name="T3" fmla="*/ 1936 h 1936"/>
                  <a:gd name="T4" fmla="*/ 127 w 828"/>
                  <a:gd name="T5" fmla="*/ 1417 h 1936"/>
                  <a:gd name="T6" fmla="*/ 239 w 828"/>
                  <a:gd name="T7" fmla="*/ 1416 h 1936"/>
                  <a:gd name="T8" fmla="*/ 273 w 828"/>
                  <a:gd name="T9" fmla="*/ 883 h 1936"/>
                  <a:gd name="T10" fmla="*/ 828 w 828"/>
                  <a:gd name="T11" fmla="*/ 3 h 1936"/>
                  <a:gd name="T12" fmla="*/ 195 w 828"/>
                  <a:gd name="T13" fmla="*/ 0 h 1936"/>
                  <a:gd name="T14" fmla="*/ 18 w 828"/>
                  <a:gd name="T15" fmla="*/ 883 h 1936"/>
                  <a:gd name="T16" fmla="*/ 273 w 828"/>
                  <a:gd name="T17" fmla="*/ 883 h 19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28" h="1936">
                    <a:moveTo>
                      <a:pt x="239" y="1416"/>
                    </a:moveTo>
                    <a:cubicBezTo>
                      <a:pt x="273" y="1728"/>
                      <a:pt x="387" y="1936"/>
                      <a:pt x="387" y="1936"/>
                    </a:cubicBezTo>
                    <a:cubicBezTo>
                      <a:pt x="271" y="1756"/>
                      <a:pt x="186" y="1583"/>
                      <a:pt x="127" y="1417"/>
                    </a:cubicBezTo>
                    <a:lnTo>
                      <a:pt x="239" y="1416"/>
                    </a:lnTo>
                    <a:close/>
                    <a:moveTo>
                      <a:pt x="273" y="883"/>
                    </a:moveTo>
                    <a:cubicBezTo>
                      <a:pt x="342" y="603"/>
                      <a:pt x="503" y="296"/>
                      <a:pt x="828" y="3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82" y="241"/>
                      <a:pt x="0" y="540"/>
                      <a:pt x="18" y="883"/>
                    </a:cubicBezTo>
                    <a:lnTo>
                      <a:pt x="273" y="8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" name="Freeform 11">
                <a:extLst>
                  <a:ext uri="{FF2B5EF4-FFF2-40B4-BE49-F238E27FC236}">
                    <a16:creationId xmlns:a16="http://schemas.microsoft.com/office/drawing/2014/main" id="{7B9D3A84-1AA1-9C4B-ADEB-4D0AC7D7EB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3276" y="5254625"/>
                <a:ext cx="542925" cy="1223962"/>
              </a:xfrm>
              <a:custGeom>
                <a:avLst/>
                <a:gdLst>
                  <a:gd name="T0" fmla="*/ 286 w 286"/>
                  <a:gd name="T1" fmla="*/ 645 h 645"/>
                  <a:gd name="T2" fmla="*/ 0 w 286"/>
                  <a:gd name="T3" fmla="*/ 0 h 645"/>
                  <a:gd name="T4" fmla="*/ 166 w 286"/>
                  <a:gd name="T5" fmla="*/ 645 h 645"/>
                  <a:gd name="T6" fmla="*/ 286 w 286"/>
                  <a:gd name="T7" fmla="*/ 645 h 6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6" h="645">
                    <a:moveTo>
                      <a:pt x="286" y="645"/>
                    </a:moveTo>
                    <a:cubicBezTo>
                      <a:pt x="167" y="471"/>
                      <a:pt x="62" y="257"/>
                      <a:pt x="0" y="0"/>
                    </a:cubicBezTo>
                    <a:cubicBezTo>
                      <a:pt x="0" y="0"/>
                      <a:pt x="14" y="282"/>
                      <a:pt x="166" y="645"/>
                    </a:cubicBezTo>
                    <a:lnTo>
                      <a:pt x="286" y="6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" name="Freeform 12">
                <a:extLst>
                  <a:ext uri="{FF2B5EF4-FFF2-40B4-BE49-F238E27FC236}">
                    <a16:creationId xmlns:a16="http://schemas.microsoft.com/office/drawing/2014/main" id="{D82291DB-188B-FC4E-A84B-F7289EB4947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308351" y="2371690"/>
                <a:ext cx="2270125" cy="4110037"/>
              </a:xfrm>
              <a:custGeom>
                <a:avLst/>
                <a:gdLst>
                  <a:gd name="T0" fmla="*/ 32 w 1193"/>
                  <a:gd name="T1" fmla="*/ 1413 h 2162"/>
                  <a:gd name="T2" fmla="*/ 361 w 1193"/>
                  <a:gd name="T3" fmla="*/ 2161 h 2162"/>
                  <a:gd name="T4" fmla="*/ 1193 w 1193"/>
                  <a:gd name="T5" fmla="*/ 2161 h 2162"/>
                  <a:gd name="T6" fmla="*/ 955 w 1193"/>
                  <a:gd name="T7" fmla="*/ 1903 h 2162"/>
                  <a:gd name="T8" fmla="*/ 704 w 1193"/>
                  <a:gd name="T9" fmla="*/ 1413 h 2162"/>
                  <a:gd name="T10" fmla="*/ 32 w 1193"/>
                  <a:gd name="T11" fmla="*/ 1413 h 2162"/>
                  <a:gd name="T12" fmla="*/ 0 w 1193"/>
                  <a:gd name="T13" fmla="*/ 879 h 2162"/>
                  <a:gd name="T14" fmla="*/ 126 w 1193"/>
                  <a:gd name="T15" fmla="*/ 299 h 2162"/>
                  <a:gd name="T16" fmla="*/ 275 w 1193"/>
                  <a:gd name="T17" fmla="*/ 0 h 2162"/>
                  <a:gd name="T18" fmla="*/ 725 w 1193"/>
                  <a:gd name="T19" fmla="*/ 0 h 2162"/>
                  <a:gd name="T20" fmla="*/ 590 w 1193"/>
                  <a:gd name="T21" fmla="*/ 879 h 2162"/>
                  <a:gd name="T22" fmla="*/ 0 w 1193"/>
                  <a:gd name="T23" fmla="*/ 879 h 2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193" h="2162">
                    <a:moveTo>
                      <a:pt x="32" y="1413"/>
                    </a:moveTo>
                    <a:cubicBezTo>
                      <a:pt x="79" y="1653"/>
                      <a:pt x="178" y="1910"/>
                      <a:pt x="361" y="2161"/>
                    </a:cubicBezTo>
                    <a:cubicBezTo>
                      <a:pt x="362" y="2162"/>
                      <a:pt x="1193" y="2161"/>
                      <a:pt x="1193" y="2161"/>
                    </a:cubicBezTo>
                    <a:cubicBezTo>
                      <a:pt x="1113" y="2085"/>
                      <a:pt x="1034" y="2000"/>
                      <a:pt x="955" y="1903"/>
                    </a:cubicBezTo>
                    <a:cubicBezTo>
                      <a:pt x="955" y="1903"/>
                      <a:pt x="812" y="1718"/>
                      <a:pt x="704" y="1413"/>
                    </a:cubicBezTo>
                    <a:lnTo>
                      <a:pt x="32" y="1413"/>
                    </a:lnTo>
                    <a:close/>
                    <a:moveTo>
                      <a:pt x="0" y="879"/>
                    </a:moveTo>
                    <a:cubicBezTo>
                      <a:pt x="25" y="534"/>
                      <a:pt x="126" y="299"/>
                      <a:pt x="126" y="299"/>
                    </a:cubicBezTo>
                    <a:cubicBezTo>
                      <a:pt x="173" y="190"/>
                      <a:pt x="220" y="94"/>
                      <a:pt x="275" y="0"/>
                    </a:cubicBezTo>
                    <a:cubicBezTo>
                      <a:pt x="725" y="0"/>
                      <a:pt x="725" y="0"/>
                      <a:pt x="725" y="0"/>
                    </a:cubicBezTo>
                    <a:cubicBezTo>
                      <a:pt x="599" y="319"/>
                      <a:pt x="569" y="617"/>
                      <a:pt x="590" y="879"/>
                    </a:cubicBezTo>
                    <a:lnTo>
                      <a:pt x="0" y="87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7EB389C-7368-8241-A182-CFDBFCD6C66C}"/>
                </a:ext>
              </a:extLst>
            </p:cNvPr>
            <p:cNvSpPr/>
            <p:nvPr userDrawn="1"/>
          </p:nvSpPr>
          <p:spPr>
            <a:xfrm>
              <a:off x="-10659" y="160316"/>
              <a:ext cx="12271248" cy="63093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5A82CAA-A637-564B-9150-80E6208D2E2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86175" y="374637"/>
            <a:ext cx="11133192" cy="646331"/>
          </a:xfrm>
        </p:spPr>
        <p:txBody>
          <a:bodyPr wrap="square">
            <a:spAutoFit/>
          </a:bodyPr>
          <a:lstStyle>
            <a:lvl1pPr>
              <a:defRPr b="0" i="0">
                <a:solidFill>
                  <a:srgbClr val="001D56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FFBED-D27D-074B-9C33-10A234BC62EA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586175" y="1198061"/>
            <a:ext cx="11133192" cy="1681486"/>
          </a:xfrm>
        </p:spPr>
        <p:txBody>
          <a:bodyPr wrap="square">
            <a:spAutoFit/>
          </a:bodyPr>
          <a:lstStyle>
            <a:lvl1pPr marL="228600" indent="-228600">
              <a:buFont typeface="Arial" panose="020B0604020202020204" pitchFamily="34" charset="0"/>
              <a:buChar char="•"/>
              <a:tabLst/>
              <a:defRPr sz="2000" b="1">
                <a:solidFill>
                  <a:schemeClr val="tx1"/>
                </a:solidFill>
                <a:latin typeface="+mn-lt"/>
              </a:defRPr>
            </a:lvl1pPr>
            <a:lvl2pPr marL="685800" indent="-228600">
              <a:buFont typeface="Arial" panose="020B0604020202020204" pitchFamily="34" charset="0"/>
              <a:buChar char="‒"/>
              <a:tabLst/>
              <a:defRPr sz="2000" b="0" i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tabLst/>
              <a:defRPr sz="1800" b="0" i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3pPr>
            <a:lvl4pPr marL="1600200" indent="-228600">
              <a:buFont typeface="Arial" panose="020B0604020202020204" pitchFamily="34" charset="0"/>
              <a:buChar char="‒"/>
              <a:tabLst/>
              <a:defRPr sz="1800" b="0" i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5A95B-EA76-8B4B-809B-5350F164FF1A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>
          <a:xfrm>
            <a:off x="154441" y="6451061"/>
            <a:ext cx="2743200" cy="365125"/>
          </a:xfrm>
        </p:spPr>
        <p:txBody>
          <a:bodyPr/>
          <a:lstStyle>
            <a:lvl1pPr>
              <a:defRPr>
                <a:solidFill>
                  <a:srgbClr val="001D56"/>
                </a:solidFill>
              </a:defRPr>
            </a:lvl1pPr>
          </a:lstStyle>
          <a:p>
            <a:fld id="{18C61A40-1EA2-224C-B3B7-13C9149DDE67}" type="datetime1">
              <a:rPr lang="en-US" smtClean="0"/>
              <a:pPr/>
              <a:t>6/24/2024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ECC2B-9CA4-F049-B8DF-124C0111761C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4099560" y="6449504"/>
            <a:ext cx="4114800" cy="365125"/>
          </a:xfrm>
        </p:spPr>
        <p:txBody>
          <a:bodyPr/>
          <a:lstStyle>
            <a:lvl1pPr>
              <a:defRPr>
                <a:solidFill>
                  <a:srgbClr val="001D56"/>
                </a:solidFill>
              </a:defRPr>
            </a:lvl1pPr>
          </a:lstStyle>
          <a:p>
            <a:endParaRPr lang="en-US" dirty="0">
              <a:solidFill>
                <a:srgbClr val="001D56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4B535-E047-7E4E-AC67-9B9E7121304F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9355319" y="6449233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1D56"/>
                </a:solidFill>
              </a:defRPr>
            </a:lvl1pPr>
          </a:lstStyle>
          <a:p>
            <a:fld id="{2E8C51FE-49D9-314D-9957-ABBF7DDE87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781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A6343C5C-3463-CF4D-899C-003BE8CD7B61}"/>
              </a:ext>
            </a:extLst>
          </p:cNvPr>
          <p:cNvGrpSpPr/>
          <p:nvPr userDrawn="1"/>
        </p:nvGrpSpPr>
        <p:grpSpPr>
          <a:xfrm>
            <a:off x="-13447" y="-19394"/>
            <a:ext cx="12274036" cy="6933770"/>
            <a:chOff x="-13447" y="-19394"/>
            <a:chExt cx="12274036" cy="693377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15D2BBE-8FE6-0D47-BFCD-1AAD9EE5EB77}"/>
                </a:ext>
              </a:extLst>
            </p:cNvPr>
            <p:cNvSpPr>
              <a:spLocks/>
            </p:cNvSpPr>
            <p:nvPr userDrawn="1"/>
          </p:nvSpPr>
          <p:spPr>
            <a:xfrm>
              <a:off x="-13447" y="-19394"/>
              <a:ext cx="12272942" cy="6931152"/>
            </a:xfrm>
            <a:prstGeom prst="rect">
              <a:avLst/>
            </a:prstGeom>
            <a:gradFill flip="none" rotWithShape="1">
              <a:gsLst>
                <a:gs pos="100000">
                  <a:srgbClr val="0076B7"/>
                </a:gs>
                <a:gs pos="59000">
                  <a:srgbClr val="2CA272"/>
                </a:gs>
                <a:gs pos="0">
                  <a:srgbClr val="0077B4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A687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31D3D44-AFB6-894D-984B-3AD5A129593F}"/>
                </a:ext>
              </a:extLst>
            </p:cNvPr>
            <p:cNvSpPr>
              <a:spLocks/>
            </p:cNvSpPr>
            <p:nvPr userDrawn="1"/>
          </p:nvSpPr>
          <p:spPr>
            <a:xfrm>
              <a:off x="-13447" y="-19394"/>
              <a:ext cx="12273280" cy="6931152"/>
            </a:xfrm>
            <a:prstGeom prst="rect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D567EC0-5647-9647-9812-0476F7DBCD43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527221" y="-19394"/>
              <a:ext cx="4652702" cy="6933770"/>
              <a:chOff x="3308351" y="2370138"/>
              <a:chExt cx="2760662" cy="4111589"/>
            </a:xfrm>
            <a:gradFill flip="none" rotWithShape="1">
              <a:gsLst>
                <a:gs pos="0">
                  <a:srgbClr val="00B0F0"/>
                </a:gs>
                <a:gs pos="100000">
                  <a:srgbClr val="36CDA2"/>
                </a:gs>
              </a:gsLst>
              <a:lin ang="10800000" scaled="1"/>
              <a:tileRect/>
            </a:gradFill>
          </p:grpSpPr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E64DD190-03D3-C742-9ADA-9138C872CB8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94213" y="2370138"/>
                <a:ext cx="1574800" cy="3676650"/>
              </a:xfrm>
              <a:custGeom>
                <a:avLst/>
                <a:gdLst>
                  <a:gd name="T0" fmla="*/ 239 w 828"/>
                  <a:gd name="T1" fmla="*/ 1416 h 1936"/>
                  <a:gd name="T2" fmla="*/ 387 w 828"/>
                  <a:gd name="T3" fmla="*/ 1936 h 1936"/>
                  <a:gd name="T4" fmla="*/ 127 w 828"/>
                  <a:gd name="T5" fmla="*/ 1417 h 1936"/>
                  <a:gd name="T6" fmla="*/ 239 w 828"/>
                  <a:gd name="T7" fmla="*/ 1416 h 1936"/>
                  <a:gd name="T8" fmla="*/ 273 w 828"/>
                  <a:gd name="T9" fmla="*/ 883 h 1936"/>
                  <a:gd name="T10" fmla="*/ 828 w 828"/>
                  <a:gd name="T11" fmla="*/ 3 h 1936"/>
                  <a:gd name="T12" fmla="*/ 195 w 828"/>
                  <a:gd name="T13" fmla="*/ 0 h 1936"/>
                  <a:gd name="T14" fmla="*/ 18 w 828"/>
                  <a:gd name="T15" fmla="*/ 883 h 1936"/>
                  <a:gd name="T16" fmla="*/ 273 w 828"/>
                  <a:gd name="T17" fmla="*/ 883 h 19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28" h="1936">
                    <a:moveTo>
                      <a:pt x="239" y="1416"/>
                    </a:moveTo>
                    <a:cubicBezTo>
                      <a:pt x="273" y="1728"/>
                      <a:pt x="387" y="1936"/>
                      <a:pt x="387" y="1936"/>
                    </a:cubicBezTo>
                    <a:cubicBezTo>
                      <a:pt x="271" y="1756"/>
                      <a:pt x="186" y="1583"/>
                      <a:pt x="127" y="1417"/>
                    </a:cubicBezTo>
                    <a:lnTo>
                      <a:pt x="239" y="1416"/>
                    </a:lnTo>
                    <a:close/>
                    <a:moveTo>
                      <a:pt x="273" y="883"/>
                    </a:moveTo>
                    <a:cubicBezTo>
                      <a:pt x="342" y="603"/>
                      <a:pt x="503" y="296"/>
                      <a:pt x="828" y="3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82" y="241"/>
                      <a:pt x="0" y="540"/>
                      <a:pt x="18" y="883"/>
                    </a:cubicBezTo>
                    <a:lnTo>
                      <a:pt x="273" y="8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0E54106F-2250-C94B-B2C3-3F37F939FF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3276" y="5254625"/>
                <a:ext cx="542925" cy="1223962"/>
              </a:xfrm>
              <a:custGeom>
                <a:avLst/>
                <a:gdLst>
                  <a:gd name="T0" fmla="*/ 286 w 286"/>
                  <a:gd name="T1" fmla="*/ 645 h 645"/>
                  <a:gd name="T2" fmla="*/ 0 w 286"/>
                  <a:gd name="T3" fmla="*/ 0 h 645"/>
                  <a:gd name="T4" fmla="*/ 166 w 286"/>
                  <a:gd name="T5" fmla="*/ 645 h 645"/>
                  <a:gd name="T6" fmla="*/ 286 w 286"/>
                  <a:gd name="T7" fmla="*/ 645 h 6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6" h="645">
                    <a:moveTo>
                      <a:pt x="286" y="645"/>
                    </a:moveTo>
                    <a:cubicBezTo>
                      <a:pt x="167" y="471"/>
                      <a:pt x="62" y="257"/>
                      <a:pt x="0" y="0"/>
                    </a:cubicBezTo>
                    <a:cubicBezTo>
                      <a:pt x="0" y="0"/>
                      <a:pt x="14" y="282"/>
                      <a:pt x="166" y="645"/>
                    </a:cubicBezTo>
                    <a:lnTo>
                      <a:pt x="286" y="6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F3C977CE-F0C3-3243-8C1B-3A2487CEA36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308351" y="2371690"/>
                <a:ext cx="2270125" cy="4110037"/>
              </a:xfrm>
              <a:custGeom>
                <a:avLst/>
                <a:gdLst>
                  <a:gd name="T0" fmla="*/ 32 w 1193"/>
                  <a:gd name="T1" fmla="*/ 1413 h 2162"/>
                  <a:gd name="T2" fmla="*/ 361 w 1193"/>
                  <a:gd name="T3" fmla="*/ 2161 h 2162"/>
                  <a:gd name="T4" fmla="*/ 1193 w 1193"/>
                  <a:gd name="T5" fmla="*/ 2161 h 2162"/>
                  <a:gd name="T6" fmla="*/ 955 w 1193"/>
                  <a:gd name="T7" fmla="*/ 1903 h 2162"/>
                  <a:gd name="T8" fmla="*/ 704 w 1193"/>
                  <a:gd name="T9" fmla="*/ 1413 h 2162"/>
                  <a:gd name="T10" fmla="*/ 32 w 1193"/>
                  <a:gd name="T11" fmla="*/ 1413 h 2162"/>
                  <a:gd name="T12" fmla="*/ 0 w 1193"/>
                  <a:gd name="T13" fmla="*/ 879 h 2162"/>
                  <a:gd name="T14" fmla="*/ 126 w 1193"/>
                  <a:gd name="T15" fmla="*/ 299 h 2162"/>
                  <a:gd name="T16" fmla="*/ 275 w 1193"/>
                  <a:gd name="T17" fmla="*/ 0 h 2162"/>
                  <a:gd name="T18" fmla="*/ 725 w 1193"/>
                  <a:gd name="T19" fmla="*/ 0 h 2162"/>
                  <a:gd name="T20" fmla="*/ 590 w 1193"/>
                  <a:gd name="T21" fmla="*/ 879 h 2162"/>
                  <a:gd name="T22" fmla="*/ 0 w 1193"/>
                  <a:gd name="T23" fmla="*/ 879 h 2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193" h="2162">
                    <a:moveTo>
                      <a:pt x="32" y="1413"/>
                    </a:moveTo>
                    <a:cubicBezTo>
                      <a:pt x="79" y="1653"/>
                      <a:pt x="178" y="1910"/>
                      <a:pt x="361" y="2161"/>
                    </a:cubicBezTo>
                    <a:cubicBezTo>
                      <a:pt x="362" y="2162"/>
                      <a:pt x="1193" y="2161"/>
                      <a:pt x="1193" y="2161"/>
                    </a:cubicBezTo>
                    <a:cubicBezTo>
                      <a:pt x="1113" y="2085"/>
                      <a:pt x="1034" y="2000"/>
                      <a:pt x="955" y="1903"/>
                    </a:cubicBezTo>
                    <a:cubicBezTo>
                      <a:pt x="955" y="1903"/>
                      <a:pt x="812" y="1718"/>
                      <a:pt x="704" y="1413"/>
                    </a:cubicBezTo>
                    <a:lnTo>
                      <a:pt x="32" y="1413"/>
                    </a:lnTo>
                    <a:close/>
                    <a:moveTo>
                      <a:pt x="0" y="879"/>
                    </a:moveTo>
                    <a:cubicBezTo>
                      <a:pt x="25" y="534"/>
                      <a:pt x="126" y="299"/>
                      <a:pt x="126" y="299"/>
                    </a:cubicBezTo>
                    <a:cubicBezTo>
                      <a:pt x="173" y="190"/>
                      <a:pt x="220" y="94"/>
                      <a:pt x="275" y="0"/>
                    </a:cubicBezTo>
                    <a:cubicBezTo>
                      <a:pt x="725" y="0"/>
                      <a:pt x="725" y="0"/>
                      <a:pt x="725" y="0"/>
                    </a:cubicBezTo>
                    <a:cubicBezTo>
                      <a:pt x="599" y="319"/>
                      <a:pt x="569" y="617"/>
                      <a:pt x="590" y="879"/>
                    </a:cubicBezTo>
                    <a:lnTo>
                      <a:pt x="0" y="87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DC4523E-FCF1-8B4C-9C14-39488124807F}"/>
                </a:ext>
              </a:extLst>
            </p:cNvPr>
            <p:cNvSpPr/>
            <p:nvPr userDrawn="1"/>
          </p:nvSpPr>
          <p:spPr>
            <a:xfrm>
              <a:off x="-10659" y="160316"/>
              <a:ext cx="12271248" cy="63093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5A95B-EA76-8B4B-809B-5350F164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0633" y="6451061"/>
            <a:ext cx="2743200" cy="365125"/>
          </a:xfrm>
        </p:spPr>
        <p:txBody>
          <a:bodyPr/>
          <a:lstStyle>
            <a:lvl1pPr>
              <a:defRPr>
                <a:solidFill>
                  <a:srgbClr val="001D56"/>
                </a:solidFill>
              </a:defRPr>
            </a:lvl1pPr>
          </a:lstStyle>
          <a:p>
            <a:fld id="{81721A1E-F941-5645-8EB9-E0DEB540FBBD}" type="datetime1">
              <a:rPr lang="en-US" smtClean="0"/>
              <a:pPr/>
              <a:t>6/24/2024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ECC2B-9CA4-F049-B8DF-124C01117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5752" y="6451061"/>
            <a:ext cx="4114800" cy="365125"/>
          </a:xfrm>
        </p:spPr>
        <p:txBody>
          <a:bodyPr/>
          <a:lstStyle>
            <a:lvl1pPr>
              <a:defRPr>
                <a:solidFill>
                  <a:srgbClr val="001D56"/>
                </a:solidFill>
              </a:defRPr>
            </a:lvl1pPr>
          </a:lstStyle>
          <a:p>
            <a:endParaRPr lang="en-US" dirty="0">
              <a:solidFill>
                <a:srgbClr val="001D56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4B535-E047-7E4E-AC67-9B9E71213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5319" y="6449233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1D56"/>
                </a:solidFill>
              </a:defRPr>
            </a:lvl1pPr>
          </a:lstStyle>
          <a:p>
            <a:fld id="{2E8C51FE-49D9-314D-9957-ABBF7DDE878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5A82CAA-A637-564B-9150-80E6208D2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175" y="374637"/>
            <a:ext cx="11133192" cy="646331"/>
          </a:xfrm>
        </p:spPr>
        <p:txBody>
          <a:bodyPr wrap="square">
            <a:spAutoFit/>
          </a:bodyPr>
          <a:lstStyle>
            <a:lvl1pPr>
              <a:defRPr b="0" i="0">
                <a:solidFill>
                  <a:srgbClr val="001D56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C8FFBED-D27D-074B-9C33-10A234BC62E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6175" y="1198061"/>
            <a:ext cx="11133192" cy="1681486"/>
          </a:xfrm>
        </p:spPr>
        <p:txBody>
          <a:bodyPr wrap="square">
            <a:spAutoFit/>
          </a:bodyPr>
          <a:lstStyle>
            <a:lvl1pPr marL="228600" indent="-228600">
              <a:buFont typeface="Arial" panose="020B0604020202020204" pitchFamily="34" charset="0"/>
              <a:buChar char="•"/>
              <a:tabLst/>
              <a:defRPr sz="2000" b="1">
                <a:solidFill>
                  <a:schemeClr val="tx1"/>
                </a:solidFill>
                <a:latin typeface="+mn-lt"/>
              </a:defRPr>
            </a:lvl1pPr>
            <a:lvl2pPr marL="685800" indent="-228600">
              <a:buFont typeface="Arial" panose="020B0604020202020204" pitchFamily="34" charset="0"/>
              <a:buChar char="‒"/>
              <a:tabLst/>
              <a:defRPr sz="2000" b="0" i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tabLst/>
              <a:defRPr sz="1800" b="0" i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3pPr>
            <a:lvl4pPr marL="1600200" indent="-228600">
              <a:buFont typeface="Arial" panose="020B0604020202020204" pitchFamily="34" charset="0"/>
              <a:buChar char="‒"/>
              <a:tabLst/>
              <a:defRPr sz="1800" b="0" i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47863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table, indoor, sitting, blue&#10;&#10;Description automatically generated">
            <a:extLst>
              <a:ext uri="{FF2B5EF4-FFF2-40B4-BE49-F238E27FC236}">
                <a16:creationId xmlns:a16="http://schemas.microsoft.com/office/drawing/2014/main" id="{78B15E17-941B-1D41-9C67-C999F6295F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6894" y="-26894"/>
            <a:ext cx="12322048" cy="693115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02EFE-7EAA-2042-BFD5-33177FA652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481" y="6424167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241A842-7BC4-CE46-8CED-E0C3FD922399}" type="datetime1">
              <a:rPr lang="en-US" smtClean="0"/>
              <a:pPr/>
              <a:t>6/24/2024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1DCC9-6755-1C41-A923-BB12EA8B5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24167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8BE70F-03DA-4747-9669-09C46A6A9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781" y="3108024"/>
            <a:ext cx="4409443" cy="1200329"/>
          </a:xfrm>
        </p:spPr>
        <p:txBody>
          <a:bodyPr wrap="square" anchor="ctr">
            <a:spAutoFit/>
          </a:bodyPr>
          <a:lstStyle>
            <a:lvl1pPr algn="l">
              <a:defRPr sz="4000" b="0" i="0">
                <a:solidFill>
                  <a:srgbClr val="FF954F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FB372-536E-3149-8638-387946DFE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5319" y="642233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E8C51FE-49D9-314D-9957-ABBF7DDE87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331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EE8ABEA-685F-D640-8CFD-7B2931A97293}"/>
              </a:ext>
            </a:extLst>
          </p:cNvPr>
          <p:cNvSpPr/>
          <p:nvPr userDrawn="1"/>
        </p:nvSpPr>
        <p:spPr>
          <a:xfrm>
            <a:off x="-26894" y="-26894"/>
            <a:ext cx="12266952" cy="6931152"/>
          </a:xfrm>
          <a:prstGeom prst="rect">
            <a:avLst/>
          </a:prstGeom>
          <a:gradFill flip="none" rotWithShape="1">
            <a:gsLst>
              <a:gs pos="89000">
                <a:srgbClr val="00205F"/>
              </a:gs>
              <a:gs pos="38000">
                <a:srgbClr val="00062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6E2216-3720-8E47-ABAB-D4DA0AD31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E73C436-5B5B-E145-A607-9ADDD760A303}" type="datetime1">
              <a:rPr lang="en-US" smtClean="0"/>
              <a:pPr/>
              <a:t>6/24/2024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149C90-3E7A-C84E-97A5-ACBD2680B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8D531E-1E27-6C49-9FDC-6C0DD877C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5319" y="642233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E8C51FE-49D9-314D-9957-ABBF7DDE878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02F37C5-6487-414B-B1B9-7FD02F34A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057" y="264979"/>
            <a:ext cx="11505886" cy="646331"/>
          </a:xfrm>
        </p:spPr>
        <p:txBody>
          <a:bodyPr/>
          <a:lstStyle>
            <a:lvl1pPr>
              <a:defRPr>
                <a:solidFill>
                  <a:srgbClr val="FF954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37505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0B653-13F7-2542-8EE2-E90933939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C621A-F72C-144B-A0BE-6B1E2CBE1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63F2F3-1511-2942-895C-679AA3AAFF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1681486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 sz="2000">
                <a:latin typeface="+mn-lt"/>
              </a:defRPr>
            </a:lvl1pPr>
            <a:lvl2pPr marL="685800" indent="-228600">
              <a:buFont typeface="Arial" panose="020B0604020202020204" pitchFamily="34" charset="0"/>
              <a:buChar char="‒"/>
              <a:defRPr sz="2000" b="0" i="0">
                <a:latin typeface="+mn-lt"/>
                <a:cs typeface="Calibri" panose="020F050202020403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b="0" i="0">
                <a:latin typeface="+mn-lt"/>
                <a:cs typeface="Calibri" panose="020F0502020204030204" pitchFamily="34" charset="0"/>
              </a:defRPr>
            </a:lvl3pPr>
            <a:lvl4pPr marL="1600200" indent="-228600">
              <a:buFont typeface="Arial" panose="020B0604020202020204" pitchFamily="34" charset="0"/>
              <a:buChar char="‒"/>
              <a:defRPr b="0" i="0">
                <a:latin typeface="+mn-lt"/>
                <a:cs typeface="Calibri" panose="020F050202020403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600" b="0" i="0"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7D5D2A-69A5-F545-A96E-9C6E34036D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C11A84-14CC-7441-BFAB-6E2358C05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1681486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 sz="2000">
                <a:latin typeface="+mn-lt"/>
              </a:defRPr>
            </a:lvl1pPr>
            <a:lvl2pPr marL="685800" indent="-228600">
              <a:buFont typeface="Arial" panose="020B0604020202020204" pitchFamily="34" charset="0"/>
              <a:buChar char="‒"/>
              <a:defRPr sz="2000" b="0" i="0">
                <a:latin typeface="+mn-lt"/>
                <a:cs typeface="Calibri" panose="020F050202020403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b="0" i="0">
                <a:latin typeface="+mn-lt"/>
                <a:cs typeface="Calibri" panose="020F0502020204030204" pitchFamily="34" charset="0"/>
              </a:defRPr>
            </a:lvl3pPr>
            <a:lvl4pPr marL="1600200" indent="-228600">
              <a:buFont typeface="Arial" panose="020B0604020202020204" pitchFamily="34" charset="0"/>
              <a:buChar char="‒"/>
              <a:defRPr b="0" i="0">
                <a:latin typeface="+mn-lt"/>
                <a:cs typeface="Calibri" panose="020F050202020403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600" b="0" i="0"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DBE683-10D6-5E4C-A14B-401DDDE89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2736B5-FF4E-8647-8889-6A36C9159762}" type="datetime1">
              <a:rPr lang="en-US" smtClean="0"/>
              <a:pPr/>
              <a:t>6/24/2024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84E5D5-8292-8443-8912-01DF31037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4F0886-7F3E-C54F-B264-98655F014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5319" y="642233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E8C51FE-49D9-314D-9957-ABBF7DDE87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251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519EC-0943-2646-9830-3E9E4D8F0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0457C3-B414-0F47-9CF2-835A1AFF4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DFF14A-955F-9142-9393-31C0DB1A5A37}" type="datetime1">
              <a:rPr lang="en-US" smtClean="0"/>
              <a:pPr/>
              <a:t>6/24/2024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8E4F40-E7EF-7F48-9FBC-01602E6A0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943D68-3FE7-D348-8403-D560C4A8A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5319" y="642233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E8C51FE-49D9-314D-9957-ABBF7DDE87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663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2573F-6CD2-E446-AEA2-04B4E6EF4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3DDD8-9AAD-E645-821D-592BCEBFB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1709186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 sz="2000" b="1">
                <a:latin typeface="+mn-lt"/>
              </a:defRPr>
            </a:lvl1pPr>
            <a:lvl2pPr marL="685800" indent="-228600">
              <a:buFont typeface="Arial" panose="020B0604020202020204" pitchFamily="34" charset="0"/>
              <a:buChar char="‒"/>
              <a:defRPr sz="2000" b="0" i="0">
                <a:latin typeface="+mn-lt"/>
                <a:cs typeface="Calibri" panose="020F050202020403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 b="0" i="0">
                <a:latin typeface="+mn-lt"/>
                <a:cs typeface="Calibri" panose="020F0502020204030204" pitchFamily="34" charset="0"/>
              </a:defRPr>
            </a:lvl3pPr>
            <a:lvl4pPr marL="1600200" indent="-228600">
              <a:buFont typeface="Arial" panose="020B0604020202020204" pitchFamily="34" charset="0"/>
              <a:buChar char="‒"/>
              <a:defRPr sz="1800" b="0" i="0">
                <a:latin typeface="+mn-lt"/>
                <a:cs typeface="Calibri" panose="020F050202020403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600" b="0" i="0">
                <a:latin typeface="+mn-lt"/>
                <a:cs typeface="Calibri" panose="020F050202020403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DEC770-B8D0-7D44-8C06-45E23230FBB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1653786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 sz="2000"/>
            </a:lvl1pPr>
            <a:lvl2pPr marL="685800" indent="-228600">
              <a:buFont typeface="Arial" panose="020B0604020202020204" pitchFamily="34" charset="0"/>
              <a:buChar char="‒"/>
              <a:defRPr sz="2000"/>
            </a:lvl2pPr>
            <a:lvl3pPr marL="1143000" indent="-228600">
              <a:buFont typeface="Arial" panose="020B0604020202020204" pitchFamily="34" charset="0"/>
              <a:buChar char="•"/>
              <a:defRPr sz="1800"/>
            </a:lvl3pPr>
            <a:lvl4pPr marL="1600200" indent="-228600">
              <a:buFont typeface="Arial" panose="020B0604020202020204" pitchFamily="34" charset="0"/>
              <a:buChar char="‒"/>
              <a:defRPr sz="1800"/>
            </a:lvl4pPr>
            <a:lvl5pPr marL="2057400" indent="-228600">
              <a:buFont typeface="Arial" panose="020B0604020202020204" pitchFamily="34" charset="0"/>
              <a:buChar char="•"/>
              <a:defRPr sz="16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C1D6F7-2876-CB4E-BA7E-98A093117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A91CE6-750C-2949-ABFD-97580BB9C12B}" type="datetime1">
              <a:rPr lang="en-US" smtClean="0"/>
              <a:pPr/>
              <a:t>6/24/2024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64A94-44FC-5E4D-9BA4-F7C5CBE85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998A61-2626-EC4B-AC9E-DB0EECA20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5319" y="642233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E8C51FE-49D9-314D-9957-ABBF7DDE87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204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3FC11-1DC9-1F44-A501-A122E38B9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7F112A-7039-A044-BBB7-19B07AA052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6E76F1-988B-A349-A7F8-1C955674981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1653786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 sz="2000" b="1">
                <a:latin typeface="+mn-lt"/>
              </a:defRPr>
            </a:lvl1pPr>
            <a:lvl2pPr marL="685800" indent="-228600">
              <a:buFont typeface="Arial" panose="020B0604020202020204" pitchFamily="34" charset="0"/>
              <a:buChar char="‒"/>
              <a:defRPr sz="2000">
                <a:latin typeface="+mn-lt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>
                <a:latin typeface="+mn-lt"/>
              </a:defRPr>
            </a:lvl3pPr>
            <a:lvl4pPr marL="1600200" indent="-228600">
              <a:buFont typeface="Arial" panose="020B0604020202020204" pitchFamily="34" charset="0"/>
              <a:buChar char="‒"/>
              <a:defRPr sz="1800">
                <a:latin typeface="+mn-lt"/>
              </a:defRPr>
            </a:lvl4pPr>
            <a:lvl5pPr marL="2057400" indent="-228600">
              <a:buFont typeface="Arial" panose="020B0604020202020204" pitchFamily="34" charset="0"/>
              <a:buChar char="•"/>
              <a:defRPr sz="1600">
                <a:latin typeface="+mn-lt"/>
              </a:defRPr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022A3D-F197-0240-B9FB-64FA8D239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A97432F-D53D-CA4F-AFF4-0D28F7EBC863}" type="datetime1">
              <a:rPr lang="en-US" smtClean="0"/>
              <a:pPr/>
              <a:t>6/24/2024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7AD987-1A3B-EA45-8288-4FF05FA61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4E646E-5FCF-704C-A828-129A071DE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5319" y="642233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E8C51FE-49D9-314D-9957-ABBF7DDE87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756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71CB2-6C06-A944-AB99-307A4B017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90C05E-DB0B-2C43-8871-0E8EEA3DB9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-1370253" y="1267842"/>
            <a:ext cx="13411620" cy="369332"/>
          </a:xfrm>
        </p:spPr>
        <p:txBody>
          <a:bodyPr vert="eaVert"/>
          <a:lstStyle>
            <a:lvl2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5FB7B-95D2-9B44-B7CD-BD3422A58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E7EFC3-4F2A-E040-BAA3-4FA6D50F8AC8}" type="datetime1">
              <a:rPr lang="en-US" smtClean="0"/>
              <a:pPr/>
              <a:t>6/24/2024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D936A-402E-2643-BC23-9FFDBB718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03F8D-4C62-8246-A9C9-F56761340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5319" y="642233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E8C51FE-49D9-314D-9957-ABBF7DDE87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304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305B7A-0DA0-914C-BF32-308B0A1D37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38B2C1-3648-864E-BE9D-6955702B70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20225" y="365125"/>
            <a:ext cx="1752275" cy="5811838"/>
          </a:xfrm>
        </p:spPr>
        <p:txBody>
          <a:bodyPr vert="eaVert"/>
          <a:lstStyle>
            <a:lvl1pPr marL="228600" indent="-228600">
              <a:buFont typeface="Arial" panose="020B0604020202020204" pitchFamily="34" charset="0"/>
              <a:buChar char="•"/>
              <a:defRPr sz="2000" b="1">
                <a:latin typeface="+mn-lt"/>
              </a:defRPr>
            </a:lvl1pPr>
            <a:lvl2pPr marL="685800" indent="-228600">
              <a:buFont typeface="Arial" panose="020B0604020202020204" pitchFamily="34" charset="0"/>
              <a:buChar char="‒"/>
              <a:defRPr sz="2000" b="0" i="0">
                <a:latin typeface="+mn-lt"/>
                <a:cs typeface="Calibri" panose="020F050202020403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b="0" i="0">
                <a:latin typeface="+mn-lt"/>
                <a:cs typeface="Calibri" panose="020F0502020204030204" pitchFamily="34" charset="0"/>
              </a:defRPr>
            </a:lvl3pPr>
            <a:lvl4pPr marL="1600200" indent="-228600">
              <a:buFont typeface="Arial" panose="020B0604020202020204" pitchFamily="34" charset="0"/>
              <a:buChar char="‒"/>
              <a:defRPr b="0" i="0">
                <a:latin typeface="+mn-lt"/>
                <a:cs typeface="Calibri" panose="020F050202020403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600" b="0" i="0"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BA409-A439-7946-849E-1C52DE1E2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F84BF2-D5D7-4145-8C5E-9767EFA8134F}" type="datetime1">
              <a:rPr lang="en-US" smtClean="0"/>
              <a:pPr/>
              <a:t>6/24/2024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45A88-8207-164E-BEE0-99140ED4E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24272-4864-7D45-9A42-761E1FA3D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5319" y="642233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E8C51FE-49D9-314D-9957-ABBF7DDE87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07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29A7297B-21C2-454D-91A2-3617F15E2182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rcRect/>
          <a:stretch/>
        </p:blipFill>
        <p:spPr>
          <a:xfrm>
            <a:off x="162858" y="-39801"/>
            <a:ext cx="5390896" cy="6931152"/>
          </a:xfrm>
          <a:prstGeom prst="rect">
            <a:avLst/>
          </a:prstGeom>
        </p:spPr>
      </p:pic>
      <p:sp>
        <p:nvSpPr>
          <p:cNvPr id="15" name="Freeform 9">
            <a:extLst>
              <a:ext uri="{FF2B5EF4-FFF2-40B4-BE49-F238E27FC236}">
                <a16:creationId xmlns:a16="http://schemas.microsoft.com/office/drawing/2014/main" id="{99F152BA-9517-8649-AE7E-28005BC6FA64}"/>
              </a:ext>
            </a:extLst>
          </p:cNvPr>
          <p:cNvSpPr>
            <a:spLocks/>
          </p:cNvSpPr>
          <p:nvPr userDrawn="1"/>
        </p:nvSpPr>
        <p:spPr bwMode="auto">
          <a:xfrm>
            <a:off x="-422655" y="-39801"/>
            <a:ext cx="2070763" cy="6931152"/>
          </a:xfrm>
          <a:custGeom>
            <a:avLst/>
            <a:gdLst>
              <a:gd name="T0" fmla="*/ 417 w 652"/>
              <a:gd name="T1" fmla="*/ 298 h 2160"/>
              <a:gd name="T2" fmla="*/ 566 w 652"/>
              <a:gd name="T3" fmla="*/ 0 h 2160"/>
              <a:gd name="T4" fmla="*/ 126 w 652"/>
              <a:gd name="T5" fmla="*/ 0 h 2160"/>
              <a:gd name="T6" fmla="*/ 126 w 652"/>
              <a:gd name="T7" fmla="*/ 2160 h 2160"/>
              <a:gd name="T8" fmla="*/ 475 w 652"/>
              <a:gd name="T9" fmla="*/ 2160 h 2160"/>
              <a:gd name="T10" fmla="*/ 309 w 652"/>
              <a:gd name="T11" fmla="*/ 1515 h 2160"/>
              <a:gd name="T12" fmla="*/ 595 w 652"/>
              <a:gd name="T13" fmla="*/ 2160 h 2160"/>
              <a:gd name="T14" fmla="*/ 652 w 652"/>
              <a:gd name="T15" fmla="*/ 2160 h 2160"/>
              <a:gd name="T16" fmla="*/ 417 w 652"/>
              <a:gd name="T17" fmla="*/ 298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52" h="2160">
                <a:moveTo>
                  <a:pt x="417" y="298"/>
                </a:moveTo>
                <a:cubicBezTo>
                  <a:pt x="464" y="189"/>
                  <a:pt x="512" y="94"/>
                  <a:pt x="566" y="0"/>
                </a:cubicBezTo>
                <a:cubicBezTo>
                  <a:pt x="126" y="0"/>
                  <a:pt x="126" y="0"/>
                  <a:pt x="126" y="0"/>
                </a:cubicBezTo>
                <a:cubicBezTo>
                  <a:pt x="126" y="2160"/>
                  <a:pt x="126" y="2160"/>
                  <a:pt x="126" y="2160"/>
                </a:cubicBezTo>
                <a:cubicBezTo>
                  <a:pt x="475" y="2160"/>
                  <a:pt x="475" y="2160"/>
                  <a:pt x="475" y="2160"/>
                </a:cubicBezTo>
                <a:cubicBezTo>
                  <a:pt x="324" y="1797"/>
                  <a:pt x="309" y="1515"/>
                  <a:pt x="309" y="1515"/>
                </a:cubicBezTo>
                <a:cubicBezTo>
                  <a:pt x="372" y="1772"/>
                  <a:pt x="476" y="1986"/>
                  <a:pt x="595" y="2160"/>
                </a:cubicBezTo>
                <a:cubicBezTo>
                  <a:pt x="652" y="2160"/>
                  <a:pt x="652" y="2160"/>
                  <a:pt x="652" y="2160"/>
                </a:cubicBezTo>
                <a:cubicBezTo>
                  <a:pt x="0" y="1268"/>
                  <a:pt x="417" y="298"/>
                  <a:pt x="417" y="298"/>
                </a:cubicBezTo>
                <a:close/>
              </a:path>
            </a:pathLst>
          </a:custGeom>
          <a:gradFill>
            <a:gsLst>
              <a:gs pos="95000">
                <a:srgbClr val="CAE9FF"/>
              </a:gs>
              <a:gs pos="0">
                <a:schemeClr val="bg1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" name="Freeform 10">
            <a:extLst>
              <a:ext uri="{FF2B5EF4-FFF2-40B4-BE49-F238E27FC236}">
                <a16:creationId xmlns:a16="http://schemas.microsoft.com/office/drawing/2014/main" id="{6C55AC04-B45B-7147-879A-CB69C63C998C}"/>
              </a:ext>
            </a:extLst>
          </p:cNvPr>
          <p:cNvSpPr>
            <a:spLocks/>
          </p:cNvSpPr>
          <p:nvPr userDrawn="1"/>
        </p:nvSpPr>
        <p:spPr bwMode="auto">
          <a:xfrm>
            <a:off x="1513028" y="-39801"/>
            <a:ext cx="10701073" cy="6931152"/>
          </a:xfrm>
          <a:custGeom>
            <a:avLst/>
            <a:gdLst>
              <a:gd name="T0" fmla="*/ 1146 w 3370"/>
              <a:gd name="T1" fmla="*/ 0 h 2161"/>
              <a:gd name="T2" fmla="*/ 705 w 3370"/>
              <a:gd name="T3" fmla="*/ 1933 h 2161"/>
              <a:gd name="T4" fmla="*/ 511 w 3370"/>
              <a:gd name="T5" fmla="*/ 1 h 2161"/>
              <a:gd name="T6" fmla="*/ 420 w 3370"/>
              <a:gd name="T7" fmla="*/ 1 h 2161"/>
              <a:gd name="T8" fmla="*/ 650 w 3370"/>
              <a:gd name="T9" fmla="*/ 1903 h 2161"/>
              <a:gd name="T10" fmla="*/ 888 w 3370"/>
              <a:gd name="T11" fmla="*/ 2161 h 2161"/>
              <a:gd name="T12" fmla="*/ 3370 w 3370"/>
              <a:gd name="T13" fmla="*/ 2161 h 2161"/>
              <a:gd name="T14" fmla="*/ 3370 w 3370"/>
              <a:gd name="T15" fmla="*/ 0 h 2161"/>
              <a:gd name="T16" fmla="*/ 1146 w 3370"/>
              <a:gd name="T17" fmla="*/ 0 h 2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70" h="2161">
                <a:moveTo>
                  <a:pt x="1146" y="0"/>
                </a:moveTo>
                <a:cubicBezTo>
                  <a:pt x="143" y="904"/>
                  <a:pt x="705" y="1933"/>
                  <a:pt x="705" y="1933"/>
                </a:cubicBezTo>
                <a:cubicBezTo>
                  <a:pt x="192" y="1139"/>
                  <a:pt x="296" y="464"/>
                  <a:pt x="511" y="1"/>
                </a:cubicBezTo>
                <a:cubicBezTo>
                  <a:pt x="512" y="0"/>
                  <a:pt x="420" y="1"/>
                  <a:pt x="420" y="1"/>
                </a:cubicBezTo>
                <a:cubicBezTo>
                  <a:pt x="0" y="1063"/>
                  <a:pt x="650" y="1903"/>
                  <a:pt x="650" y="1903"/>
                </a:cubicBezTo>
                <a:cubicBezTo>
                  <a:pt x="729" y="2000"/>
                  <a:pt x="808" y="2085"/>
                  <a:pt x="888" y="2161"/>
                </a:cubicBezTo>
                <a:cubicBezTo>
                  <a:pt x="3370" y="2161"/>
                  <a:pt x="3370" y="2161"/>
                  <a:pt x="3370" y="2161"/>
                </a:cubicBezTo>
                <a:cubicBezTo>
                  <a:pt x="3370" y="0"/>
                  <a:pt x="3370" y="0"/>
                  <a:pt x="3370" y="0"/>
                </a:cubicBezTo>
                <a:lnTo>
                  <a:pt x="1146" y="0"/>
                </a:lnTo>
                <a:close/>
              </a:path>
            </a:pathLst>
          </a:custGeom>
          <a:gradFill flip="none" rotWithShape="1">
            <a:gsLst>
              <a:gs pos="85000">
                <a:srgbClr val="DBE8EE"/>
              </a:gs>
              <a:gs pos="80000">
                <a:srgbClr val="F2F7FA"/>
              </a:gs>
              <a:gs pos="65000">
                <a:schemeClr val="bg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6A3198-B9B2-E544-8BCC-5966A77B5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1938" y="449454"/>
            <a:ext cx="6747981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685391-15BF-3B46-8D6C-6D66A10CA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01938" y="1267842"/>
            <a:ext cx="7139429" cy="168148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F12F1-512D-4A45-8158-704CFCF65D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481" y="642416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rgbClr val="001D5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59C25DB-D48A-D748-8626-04753F741DA7}" type="datetime1">
              <a:rPr lang="en-US" smtClean="0"/>
              <a:pPr/>
              <a:t>6/24/2024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AE939-C78E-1049-B462-9DFD518C34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2416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 i="0">
                <a:solidFill>
                  <a:srgbClr val="001D5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D36FBD5-8711-FF4C-80EC-9608CF61C4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98167" y="642233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rgbClr val="001D5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2E8C51FE-49D9-314D-9957-ABBF7DDE87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27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70" r:id="rId2"/>
    <p:sldLayoutId id="2147483669" r:id="rId3"/>
    <p:sldLayoutId id="2147483676" r:id="rId4"/>
    <p:sldLayoutId id="2147483678" r:id="rId5"/>
    <p:sldLayoutId id="2147483675" r:id="rId6"/>
    <p:sldLayoutId id="2147483660" r:id="rId7"/>
    <p:sldLayoutId id="2147483650" r:id="rId8"/>
    <p:sldLayoutId id="2147483667" r:id="rId9"/>
    <p:sldLayoutId id="2147483679" r:id="rId10"/>
    <p:sldLayoutId id="2147483663" r:id="rId11"/>
    <p:sldLayoutId id="2147483651" r:id="rId12"/>
    <p:sldLayoutId id="2147483655" r:id="rId13"/>
    <p:sldLayoutId id="2147483653" r:id="rId14"/>
    <p:sldLayoutId id="2147483654" r:id="rId15"/>
    <p:sldLayoutId id="2147483656" r:id="rId16"/>
    <p:sldLayoutId id="2147483657" r:id="rId17"/>
    <p:sldLayoutId id="2147483658" r:id="rId18"/>
    <p:sldLayoutId id="2147483659" r:id="rId1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rgbClr val="001D56"/>
          </a:solidFill>
          <a:latin typeface="+mj-lt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000" b="1" i="0" kern="1200">
          <a:solidFill>
            <a:schemeClr val="tx1"/>
          </a:solidFill>
          <a:latin typeface="+mn-lt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96" userDrawn="1">
          <p15:clr>
            <a:srgbClr val="F26B43"/>
          </p15:clr>
        </p15:guide>
        <p15:guide id="2" pos="7392" userDrawn="1">
          <p15:clr>
            <a:srgbClr val="F26B43"/>
          </p15:clr>
        </p15:guide>
        <p15:guide id="3" pos="307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slideLayout" Target="../slideLayouts/slideLayout10.xml"/><Relationship Id="rId7" Type="http://schemas.openxmlformats.org/officeDocument/2006/relationships/image" Target="../media/image13.png"/><Relationship Id="rId2" Type="http://schemas.openxmlformats.org/officeDocument/2006/relationships/video" Target="../media/media1.avi"/><Relationship Id="rId1" Type="http://schemas.microsoft.com/office/2007/relationships/media" Target="../media/media1.avi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gi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6.png"/><Relationship Id="rId4" Type="http://schemas.openxmlformats.org/officeDocument/2006/relationships/image" Target="../media/image9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0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9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0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.gif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picture containing text&#10;&#10;Description automatically generated">
            <a:extLst>
              <a:ext uri="{FF2B5EF4-FFF2-40B4-BE49-F238E27FC236}">
                <a16:creationId xmlns:a16="http://schemas.microsoft.com/office/drawing/2014/main" id="{284ED65C-38AF-5944-B911-6C9BD3F0A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3654" y="38776"/>
            <a:ext cx="2478346" cy="9549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3BBBFE-1515-7644-8480-510A0E846519}"/>
              </a:ext>
            </a:extLst>
          </p:cNvPr>
          <p:cNvSpPr txBox="1"/>
          <p:nvPr/>
        </p:nvSpPr>
        <p:spPr>
          <a:xfrm>
            <a:off x="3120723" y="162739"/>
            <a:ext cx="602294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  <a:cs typeface="Calibri" panose="020F0502020204030204" pitchFamily="34" charset="0"/>
              </a:rPr>
              <a:t>NASA Marshall Space Flight Center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20000"/>
                  <a:lumOff val="80000"/>
                </a:schemeClr>
              </a:solidFill>
              <a:effectLst/>
              <a:uLnTx/>
              <a:uFillTx/>
              <a:latin typeface="+mj-lt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+mj-lt"/>
                <a:cs typeface="Calibri" panose="020F0502020204030204" pitchFamily="34" charset="0"/>
              </a:rPr>
              <a:t>Materials Levitation Lab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B7BBC0-6619-814E-30F0-6ED133F7348C}"/>
              </a:ext>
            </a:extLst>
          </p:cNvPr>
          <p:cNvSpPr/>
          <p:nvPr/>
        </p:nvSpPr>
        <p:spPr>
          <a:xfrm>
            <a:off x="-14012" y="5840362"/>
            <a:ext cx="12298680" cy="10433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D52974-0EB7-470E-8FE5-1047371F0B54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295289" y="6021695"/>
            <a:ext cx="2960804" cy="797529"/>
          </a:xfrm>
          <a:prstGeom prst="rect">
            <a:avLst/>
          </a:prstGeom>
          <a:noFill/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C63A53D-98AD-222A-EFAD-DD0B10B4DE9A}"/>
              </a:ext>
            </a:extLst>
          </p:cNvPr>
          <p:cNvSpPr txBox="1">
            <a:spLocks/>
          </p:cNvSpPr>
          <p:nvPr/>
        </p:nvSpPr>
        <p:spPr>
          <a:xfrm>
            <a:off x="371474" y="1518093"/>
            <a:ext cx="11521440" cy="2681712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Thermophysical property measurements and comparison of Inconel 625 and 718 from competing vendor formulations using Electrostatic Levitation</a:t>
            </a:r>
          </a:p>
          <a:p>
            <a:pPr algn="ctr"/>
            <a:endParaRPr lang="en-US" sz="24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Brandon Phillips</a:t>
            </a:r>
            <a:r>
              <a:rPr lang="en-US" sz="16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*, Jannatun Nawer</a:t>
            </a:r>
            <a:r>
              <a:rPr lang="en-US" sz="16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Peace Muusha</a:t>
            </a:r>
            <a:r>
              <a:rPr lang="en-US" sz="16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Thomas Leitner</a:t>
            </a:r>
            <a:r>
              <a:rPr lang="en-US" sz="16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 Christoph Turk</a:t>
            </a:r>
            <a:r>
              <a:rPr lang="en-US" sz="16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Michael P. SanSoucie</a:t>
            </a:r>
            <a:r>
              <a:rPr lang="en-US" sz="16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Douglas M. Matson</a:t>
            </a:r>
            <a:r>
              <a:rPr lang="en-US" sz="16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</a:p>
          <a:p>
            <a:pPr marL="0" indent="0" algn="ctr">
              <a:buNone/>
            </a:pPr>
            <a:endParaRPr lang="en-US" sz="16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sz="16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NASA Marshall Space Flight Center, Huntsville, AL, USA </a:t>
            </a:r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Mechanical Engineering Department, Tufts University, Medford, MA, USA</a:t>
            </a:r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Voestalpine BÖHLER Edelstahl GmbH &amp; Co KG, </a:t>
            </a:r>
            <a:r>
              <a:rPr lang="en-US" sz="1400" dirty="0">
                <a:solidFill>
                  <a:srgbClr val="242424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Kapfenberg, Austria</a:t>
            </a:r>
            <a:endParaRPr lang="en-US" sz="2000" dirty="0"/>
          </a:p>
        </p:txBody>
      </p:sp>
      <p:pic>
        <p:nvPicPr>
          <p:cNvPr id="9" name="Picture 8" descr="A picture containing text, outdoor, sign, room&#10;&#10;Description automatically generated">
            <a:extLst>
              <a:ext uri="{FF2B5EF4-FFF2-40B4-BE49-F238E27FC236}">
                <a16:creationId xmlns:a16="http://schemas.microsoft.com/office/drawing/2014/main" id="{3992761A-FF39-31B5-8445-3C2E03068B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5104" y="5917073"/>
            <a:ext cx="904548" cy="904548"/>
          </a:xfrm>
          <a:prstGeom prst="rect">
            <a:avLst/>
          </a:prstGeom>
        </p:spPr>
      </p:pic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B366F8D2-D69E-02C5-6EA9-8204C3C2D8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74" y="5910625"/>
            <a:ext cx="1121717" cy="9267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D2456B1-779C-FC14-F460-EFA8F0590E79}"/>
              </a:ext>
            </a:extLst>
          </p:cNvPr>
          <p:cNvSpPr txBox="1"/>
          <p:nvPr/>
        </p:nvSpPr>
        <p:spPr>
          <a:xfrm>
            <a:off x="2960369" y="6021695"/>
            <a:ext cx="6343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1800" dirty="0"/>
              <a:t>22</a:t>
            </a:r>
            <a:r>
              <a:rPr lang="en-US" sz="1800" baseline="30000" dirty="0"/>
              <a:t>nd</a:t>
            </a:r>
            <a:r>
              <a:rPr lang="en-US" sz="1800" dirty="0"/>
              <a:t>  Symposium on Thermophysical Properties</a:t>
            </a:r>
          </a:p>
          <a:p>
            <a:pPr marL="0" indent="0" algn="ctr">
              <a:buNone/>
            </a:pPr>
            <a:r>
              <a:rPr lang="en-US" sz="1800" dirty="0"/>
              <a:t>June 25, 2024</a:t>
            </a:r>
          </a:p>
        </p:txBody>
      </p:sp>
    </p:spTree>
    <p:extLst>
      <p:ext uri="{BB962C8B-B14F-4D97-AF65-F5344CB8AC3E}">
        <p14:creationId xmlns:p14="http://schemas.microsoft.com/office/powerpoint/2010/main" val="4048537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AAD24-38D7-1D4F-9E65-3CC496D25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51FE-49D9-314D-9957-ABBF7DDE8782}" type="slidenum">
              <a:rPr lang="en-US" smtClean="0">
                <a:solidFill>
                  <a:schemeClr val="bg1"/>
                </a:solidFill>
              </a:rPr>
              <a:pPr/>
              <a:t>2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209BB5-0E07-494D-98AD-FCB7844D1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331" y="3191124"/>
            <a:ext cx="5679069" cy="1034129"/>
          </a:xfrm>
        </p:spPr>
        <p:txBody>
          <a:bodyPr/>
          <a:lstStyle/>
          <a:p>
            <a:r>
              <a:rPr lang="en-US" dirty="0"/>
              <a:t>Materials Levitation Lab</a:t>
            </a:r>
            <a:br>
              <a:rPr lang="en-US" dirty="0"/>
            </a:br>
            <a:r>
              <a:rPr lang="en-US" sz="2800" dirty="0"/>
              <a:t>Electrostatic Levitator (ESL)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394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51FE-49D9-314D-9957-ABBF7DDE878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1A275E7-98E8-52BB-23BD-9F27CEA776B7}"/>
              </a:ext>
            </a:extLst>
          </p:cNvPr>
          <p:cNvSpPr txBox="1">
            <a:spLocks/>
          </p:cNvSpPr>
          <p:nvPr/>
        </p:nvSpPr>
        <p:spPr>
          <a:xfrm>
            <a:off x="93785" y="158985"/>
            <a:ext cx="8242517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i="0" kern="1200">
                <a:solidFill>
                  <a:srgbClr val="001D56"/>
                </a:solidFill>
                <a:latin typeface="+mj-lt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Electrostatic Levitator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DBB7616-FEC3-0DEC-86BE-D54281EC80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616"/>
          <a:stretch/>
        </p:blipFill>
        <p:spPr>
          <a:xfrm>
            <a:off x="7643446" y="805316"/>
            <a:ext cx="4349262" cy="37798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855F60C-5D3E-CDAD-8188-C928F13D9706}"/>
              </a:ext>
            </a:extLst>
          </p:cNvPr>
          <p:cNvSpPr txBox="1">
            <a:spLocks/>
          </p:cNvSpPr>
          <p:nvPr/>
        </p:nvSpPr>
        <p:spPr>
          <a:xfrm>
            <a:off x="307906" y="805316"/>
            <a:ext cx="6995572" cy="426527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/>
              <a:defRPr sz="2000" b="1" i="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tabLst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The Electrostatic Levitator (ESL) is our most versatile levitator system with the following features:</a:t>
            </a:r>
          </a:p>
          <a:p>
            <a:pPr lvl="1"/>
            <a:r>
              <a:rPr lang="en-US" sz="1400" dirty="0"/>
              <a:t>Vacuum Processing down to 10</a:t>
            </a:r>
            <a:r>
              <a:rPr lang="en-US" sz="1400" baseline="30000" dirty="0"/>
              <a:t>-8</a:t>
            </a:r>
            <a:r>
              <a:rPr lang="en-US" sz="1400" dirty="0"/>
              <a:t> [torr]</a:t>
            </a:r>
          </a:p>
          <a:p>
            <a:pPr lvl="1"/>
            <a:r>
              <a:rPr lang="en-US" sz="1400" dirty="0"/>
              <a:t>Pressure Processing up to 5 [atm], using High Purity Argon or Nitrogen</a:t>
            </a:r>
          </a:p>
          <a:p>
            <a:pPr lvl="1"/>
            <a:r>
              <a:rPr lang="en-US" sz="1400" dirty="0"/>
              <a:t>Partial Oxygen Pressure Flow System for precision studies</a:t>
            </a:r>
          </a:p>
          <a:p>
            <a:pPr lvl="1"/>
            <a:r>
              <a:rPr lang="en-US" sz="1400" dirty="0"/>
              <a:t>Residual Gas Analyzer for improved mass spectroscopy</a:t>
            </a:r>
          </a:p>
          <a:p>
            <a:pPr lvl="1"/>
            <a:r>
              <a:rPr lang="en-US" sz="1400" dirty="0"/>
              <a:t>Multi-axis laser source ports with CO2 and Yb Fiber Lasers for variable material coupling</a:t>
            </a:r>
          </a:p>
          <a:p>
            <a:pPr lvl="1"/>
            <a:r>
              <a:rPr lang="en-US" sz="1400" dirty="0"/>
              <a:t>Multichannel Pyrometer for temperature measurement</a:t>
            </a:r>
          </a:p>
          <a:p>
            <a:pPr lvl="1"/>
            <a:r>
              <a:rPr lang="en-US" sz="1400" dirty="0"/>
              <a:t>Hybrid Stem assembly for improved processing of samples with poor surface charge stability</a:t>
            </a:r>
          </a:p>
          <a:p>
            <a:pPr lvl="1"/>
            <a:r>
              <a:rPr lang="en-US" sz="1400" dirty="0"/>
              <a:t>CREEP Motor assembly</a:t>
            </a:r>
          </a:p>
          <a:p>
            <a:pPr lvl="1"/>
            <a:r>
              <a:rPr lang="en-US" sz="1400" dirty="0"/>
              <a:t>Quench assembly</a:t>
            </a:r>
          </a:p>
          <a:p>
            <a:pPr lvl="1"/>
            <a:r>
              <a:rPr lang="en-US" sz="1400" dirty="0"/>
              <a:t>Triggered Nucleation assembly</a:t>
            </a:r>
          </a:p>
          <a:p>
            <a:pPr lvl="1"/>
            <a:r>
              <a:rPr lang="en-US" sz="1400" dirty="0"/>
              <a:t>Single Sample feedthrough (no vacuum break)</a:t>
            </a:r>
          </a:p>
          <a:p>
            <a:pPr lvl="1"/>
            <a:endParaRPr lang="en-US" sz="1400" dirty="0"/>
          </a:p>
          <a:p>
            <a:pPr lvl="1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52560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51FE-49D9-314D-9957-ABBF7DDE878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F4B3B48-2F0C-017B-A104-6EA8CA393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7131"/>
          </a:xfrm>
        </p:spPr>
        <p:txBody>
          <a:bodyPr>
            <a:noAutofit/>
          </a:bodyPr>
          <a:lstStyle/>
          <a:p>
            <a:pPr algn="ctr"/>
            <a:r>
              <a:rPr lang="en-US" b="1" dirty="0"/>
              <a:t>Materials</a:t>
            </a:r>
          </a:p>
        </p:txBody>
      </p:sp>
      <p:pic>
        <p:nvPicPr>
          <p:cNvPr id="16" name="Picture 6" descr="http://www.spacegrant.org/sg_graphics/nasa-logo.gif">
            <a:extLst>
              <a:ext uri="{FF2B5EF4-FFF2-40B4-BE49-F238E27FC236}">
                <a16:creationId xmlns:a16="http://schemas.microsoft.com/office/drawing/2014/main" id="{C0ED28DE-B612-9DC1-27C7-9B128305F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7262" y="184638"/>
            <a:ext cx="990600" cy="848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8" name="Content Placeholder 4">
            <a:extLst>
              <a:ext uri="{FF2B5EF4-FFF2-40B4-BE49-F238E27FC236}">
                <a16:creationId xmlns:a16="http://schemas.microsoft.com/office/drawing/2014/main" id="{51D40E7D-C4F6-6619-8277-3EC147E998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8038113"/>
              </p:ext>
            </p:extLst>
          </p:nvPr>
        </p:nvGraphicFramePr>
        <p:xfrm>
          <a:off x="117822" y="1825624"/>
          <a:ext cx="11750325" cy="3032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3355">
                  <a:extLst>
                    <a:ext uri="{9D8B030D-6E8A-4147-A177-3AD203B41FA5}">
                      <a16:colId xmlns:a16="http://schemas.microsoft.com/office/drawing/2014/main" val="662403822"/>
                    </a:ext>
                  </a:extLst>
                </a:gridCol>
                <a:gridCol w="783355">
                  <a:extLst>
                    <a:ext uri="{9D8B030D-6E8A-4147-A177-3AD203B41FA5}">
                      <a16:colId xmlns:a16="http://schemas.microsoft.com/office/drawing/2014/main" val="2416594905"/>
                    </a:ext>
                  </a:extLst>
                </a:gridCol>
                <a:gridCol w="783355">
                  <a:extLst>
                    <a:ext uri="{9D8B030D-6E8A-4147-A177-3AD203B41FA5}">
                      <a16:colId xmlns:a16="http://schemas.microsoft.com/office/drawing/2014/main" val="2011913774"/>
                    </a:ext>
                  </a:extLst>
                </a:gridCol>
                <a:gridCol w="783355">
                  <a:extLst>
                    <a:ext uri="{9D8B030D-6E8A-4147-A177-3AD203B41FA5}">
                      <a16:colId xmlns:a16="http://schemas.microsoft.com/office/drawing/2014/main" val="3553366723"/>
                    </a:ext>
                  </a:extLst>
                </a:gridCol>
                <a:gridCol w="783355">
                  <a:extLst>
                    <a:ext uri="{9D8B030D-6E8A-4147-A177-3AD203B41FA5}">
                      <a16:colId xmlns:a16="http://schemas.microsoft.com/office/drawing/2014/main" val="105460222"/>
                    </a:ext>
                  </a:extLst>
                </a:gridCol>
                <a:gridCol w="783355">
                  <a:extLst>
                    <a:ext uri="{9D8B030D-6E8A-4147-A177-3AD203B41FA5}">
                      <a16:colId xmlns:a16="http://schemas.microsoft.com/office/drawing/2014/main" val="4090183349"/>
                    </a:ext>
                  </a:extLst>
                </a:gridCol>
                <a:gridCol w="783355">
                  <a:extLst>
                    <a:ext uri="{9D8B030D-6E8A-4147-A177-3AD203B41FA5}">
                      <a16:colId xmlns:a16="http://schemas.microsoft.com/office/drawing/2014/main" val="2532030616"/>
                    </a:ext>
                  </a:extLst>
                </a:gridCol>
                <a:gridCol w="783355">
                  <a:extLst>
                    <a:ext uri="{9D8B030D-6E8A-4147-A177-3AD203B41FA5}">
                      <a16:colId xmlns:a16="http://schemas.microsoft.com/office/drawing/2014/main" val="3615644067"/>
                    </a:ext>
                  </a:extLst>
                </a:gridCol>
                <a:gridCol w="783355">
                  <a:extLst>
                    <a:ext uri="{9D8B030D-6E8A-4147-A177-3AD203B41FA5}">
                      <a16:colId xmlns:a16="http://schemas.microsoft.com/office/drawing/2014/main" val="1082343688"/>
                    </a:ext>
                  </a:extLst>
                </a:gridCol>
                <a:gridCol w="783355">
                  <a:extLst>
                    <a:ext uri="{9D8B030D-6E8A-4147-A177-3AD203B41FA5}">
                      <a16:colId xmlns:a16="http://schemas.microsoft.com/office/drawing/2014/main" val="3750917469"/>
                    </a:ext>
                  </a:extLst>
                </a:gridCol>
                <a:gridCol w="783355">
                  <a:extLst>
                    <a:ext uri="{9D8B030D-6E8A-4147-A177-3AD203B41FA5}">
                      <a16:colId xmlns:a16="http://schemas.microsoft.com/office/drawing/2014/main" val="3447070611"/>
                    </a:ext>
                  </a:extLst>
                </a:gridCol>
                <a:gridCol w="783355">
                  <a:extLst>
                    <a:ext uri="{9D8B030D-6E8A-4147-A177-3AD203B41FA5}">
                      <a16:colId xmlns:a16="http://schemas.microsoft.com/office/drawing/2014/main" val="3902286202"/>
                    </a:ext>
                  </a:extLst>
                </a:gridCol>
                <a:gridCol w="783355">
                  <a:extLst>
                    <a:ext uri="{9D8B030D-6E8A-4147-A177-3AD203B41FA5}">
                      <a16:colId xmlns:a16="http://schemas.microsoft.com/office/drawing/2014/main" val="4285551039"/>
                    </a:ext>
                  </a:extLst>
                </a:gridCol>
                <a:gridCol w="783355">
                  <a:extLst>
                    <a:ext uri="{9D8B030D-6E8A-4147-A177-3AD203B41FA5}">
                      <a16:colId xmlns:a16="http://schemas.microsoft.com/office/drawing/2014/main" val="2213070054"/>
                    </a:ext>
                  </a:extLst>
                </a:gridCol>
                <a:gridCol w="783355">
                  <a:extLst>
                    <a:ext uri="{9D8B030D-6E8A-4147-A177-3AD203B41FA5}">
                      <a16:colId xmlns:a16="http://schemas.microsoft.com/office/drawing/2014/main" val="2528011470"/>
                    </a:ext>
                  </a:extLst>
                </a:gridCol>
              </a:tblGrid>
              <a:tr h="67739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Nb+</a:t>
                      </a:r>
                    </a:p>
                    <a:p>
                      <a:pPr algn="ctr"/>
                      <a:r>
                        <a:rPr lang="en-US" dirty="0"/>
                        <a:t>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863552"/>
                  </a:ext>
                </a:extLst>
              </a:tr>
              <a:tr h="392456">
                <a:tc gridSpan="14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Inconel 718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0277597"/>
                  </a:ext>
                </a:extLst>
              </a:tr>
              <a:tr h="39245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ESPI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53.87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18.46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17.63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&lt;0.5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066539"/>
                  </a:ext>
                </a:extLst>
              </a:tr>
              <a:tr h="39245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Böhler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17.71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18.23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&lt;0.005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&lt;0.05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721267"/>
                  </a:ext>
                </a:extLst>
              </a:tr>
              <a:tr h="392456">
                <a:tc gridSpan="14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Inconel 625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932110"/>
                  </a:ext>
                </a:extLst>
              </a:tr>
              <a:tr h="39245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ESPI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22.36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&lt;0.01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&lt;0.003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&lt;0.5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719701"/>
                  </a:ext>
                </a:extLst>
              </a:tr>
              <a:tr h="39245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Böhler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21.36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0.014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&lt;0.005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&lt;0.5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676980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C39E73AD-C731-A66D-E012-B02D281E6731}"/>
              </a:ext>
            </a:extLst>
          </p:cNvPr>
          <p:cNvSpPr txBox="1"/>
          <p:nvPr/>
        </p:nvSpPr>
        <p:spPr>
          <a:xfrm>
            <a:off x="4029810" y="5369453"/>
            <a:ext cx="41323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ESPI Metals, OR, USA</a:t>
            </a:r>
          </a:p>
          <a:p>
            <a:r>
              <a:rPr lang="en-US" dirty="0"/>
              <a:t>Inconel 718 Lot: SD 02357A</a:t>
            </a:r>
          </a:p>
          <a:p>
            <a:r>
              <a:rPr lang="en-US" dirty="0"/>
              <a:t>Inconel 625 Lot: DK 15344B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BCADBF9-CCEA-7012-4DED-3CAF597CE4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658" y="5683211"/>
            <a:ext cx="1103807" cy="640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505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51FE-49D9-314D-9957-ABBF7DDE8782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6" name="Picture 6" descr="http://www.spacegrant.org/sg_graphics/nasa-logo.gif">
            <a:extLst>
              <a:ext uri="{FF2B5EF4-FFF2-40B4-BE49-F238E27FC236}">
                <a16:creationId xmlns:a16="http://schemas.microsoft.com/office/drawing/2014/main" id="{C0ED28DE-B612-9DC1-27C7-9B128305F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7262" y="184638"/>
            <a:ext cx="990600" cy="848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9ADDE10E-3A19-B89B-C21F-688D505387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5"/>
          <a:srcRect t="6093"/>
          <a:stretch/>
        </p:blipFill>
        <p:spPr>
          <a:xfrm>
            <a:off x="723900" y="1690687"/>
            <a:ext cx="5544625" cy="4086226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BD4644-D59E-8880-E0D2-A5FEA002C7A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6093"/>
          <a:stretch/>
        </p:blipFill>
        <p:spPr>
          <a:xfrm>
            <a:off x="6382825" y="1690687"/>
            <a:ext cx="5481485" cy="40862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769569A-2C4D-E611-4BAB-647FCF8D1398}"/>
              </a:ext>
            </a:extLst>
          </p:cNvPr>
          <p:cNvSpPr txBox="1"/>
          <p:nvPr/>
        </p:nvSpPr>
        <p:spPr>
          <a:xfrm>
            <a:off x="2695575" y="1409700"/>
            <a:ext cx="2924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Density processing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6DBE71-F02A-9ACF-1B15-2403D6A423A8}"/>
              </a:ext>
            </a:extLst>
          </p:cNvPr>
          <p:cNvSpPr txBox="1"/>
          <p:nvPr/>
        </p:nvSpPr>
        <p:spPr>
          <a:xfrm>
            <a:off x="7305675" y="1455866"/>
            <a:ext cx="422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Surface tension and Viscosity processing</a:t>
            </a:r>
          </a:p>
        </p:txBody>
      </p:sp>
      <p:pic>
        <p:nvPicPr>
          <p:cNvPr id="12" name="BW_2016-02-25 14-25-17 MAT-871 CMSX-10 Density Y7_">
            <a:hlinkClick r:id="" action="ppaction://media"/>
            <a:extLst>
              <a:ext uri="{FF2B5EF4-FFF2-40B4-BE49-F238E27FC236}">
                <a16:creationId xmlns:a16="http://schemas.microsoft.com/office/drawing/2014/main" id="{657C2955-F6FB-ED80-3802-A6B7A8DF37E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783267" y="170036"/>
            <a:ext cx="1265608" cy="1263146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A223FE33-49BF-992E-3FD9-4F478CA97D9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487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i="0" kern="1200">
                <a:solidFill>
                  <a:srgbClr val="001D56"/>
                </a:solidFill>
                <a:latin typeface="+mj-lt"/>
                <a:ea typeface="+mj-ea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b="1" dirty="0"/>
              <a:t>Thermal Profile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EDFB90-9794-9A5B-B5B8-84DE91B4B7B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658" y="5683211"/>
            <a:ext cx="1103807" cy="640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530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833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9">
            <a:extLst>
              <a:ext uri="{FF2B5EF4-FFF2-40B4-BE49-F238E27FC236}">
                <a16:creationId xmlns:a16="http://schemas.microsoft.com/office/drawing/2014/main" id="{9729C330-FDB5-AB04-4BEE-F07B2FB60D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63922" y="2586977"/>
            <a:ext cx="4819087" cy="3861448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BA3B27F-79D8-FD6C-C950-3CBD8763D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669" y="2489520"/>
            <a:ext cx="4910106" cy="395890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51FE-49D9-314D-9957-ABBF7DDE8782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6" name="Picture 6" descr="http://www.spacegrant.org/sg_graphics/nasa-logo.gif">
            <a:extLst>
              <a:ext uri="{FF2B5EF4-FFF2-40B4-BE49-F238E27FC236}">
                <a16:creationId xmlns:a16="http://schemas.microsoft.com/office/drawing/2014/main" id="{C0ED28DE-B612-9DC1-27C7-9B128305F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7262" y="184638"/>
            <a:ext cx="990600" cy="848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D0D32E1F-095C-1903-5484-53385CAF51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5403440"/>
                  </p:ext>
                </p:extLst>
              </p:nvPr>
            </p:nvGraphicFramePr>
            <p:xfrm>
              <a:off x="3831544" y="987016"/>
              <a:ext cx="6931707" cy="160966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73674">
                      <a:extLst>
                        <a:ext uri="{9D8B030D-6E8A-4147-A177-3AD203B41FA5}">
                          <a16:colId xmlns:a16="http://schemas.microsoft.com/office/drawing/2014/main" val="5472526"/>
                        </a:ext>
                      </a:extLst>
                    </a:gridCol>
                    <a:gridCol w="1668985">
                      <a:extLst>
                        <a:ext uri="{9D8B030D-6E8A-4147-A177-3AD203B41FA5}">
                          <a16:colId xmlns:a16="http://schemas.microsoft.com/office/drawing/2014/main" val="4286262821"/>
                        </a:ext>
                      </a:extLst>
                    </a:gridCol>
                    <a:gridCol w="2093622">
                      <a:extLst>
                        <a:ext uri="{9D8B030D-6E8A-4147-A177-3AD203B41FA5}">
                          <a16:colId xmlns:a16="http://schemas.microsoft.com/office/drawing/2014/main" val="164265150"/>
                        </a:ext>
                      </a:extLst>
                    </a:gridCol>
                    <a:gridCol w="1495426">
                      <a:extLst>
                        <a:ext uri="{9D8B030D-6E8A-4147-A177-3AD203B41FA5}">
                          <a16:colId xmlns:a16="http://schemas.microsoft.com/office/drawing/2014/main" val="17299821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>
                              <a:latin typeface="+mn-lt"/>
                            </a:rPr>
                            <a:t>Material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𝝆</m:t>
                                  </m:r>
                                </m:e>
                                <m:sub>
                                  <m:r>
                                    <a:rPr lang="en-US" sz="14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b="1" dirty="0">
                              <a:latin typeface="+mn-lt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𝝆</m:t>
                                    </m:r>
                                  </m:num>
                                  <m:den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 b="1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>
                              <a:latin typeface="+mn-lt"/>
                            </a:rPr>
                            <a:t>Vendor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93465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Inconel 718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7603.78±0.24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-0.51±0.002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>
                              <a:latin typeface="+mn-lt"/>
                            </a:rPr>
                            <a:t>ESPI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63528901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Inconel 625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7606.79±0.11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-0.84±0.001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>
                              <a:latin typeface="+mn-lt"/>
                            </a:rPr>
                            <a:t>ESPI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7583103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7734.83±.47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-0.90±0.008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 err="1">
                              <a:solidFill>
                                <a:schemeClr val="tx1"/>
                              </a:solidFill>
                              <a:latin typeface="+mn-lt"/>
                            </a:rPr>
                            <a:t>B</a:t>
                          </a:r>
                          <a:r>
                            <a:rPr lang="en-US" sz="1400" b="1" dirty="0" err="1"/>
                            <a:t>ö</a:t>
                          </a:r>
                          <a:r>
                            <a:rPr lang="en-US" sz="1400" b="1" dirty="0" err="1">
                              <a:solidFill>
                                <a:schemeClr val="tx1"/>
                              </a:solidFill>
                              <a:latin typeface="+mn-lt"/>
                            </a:rPr>
                            <a:t>hler</a:t>
                          </a:r>
                          <a:endParaRPr lang="en-US" sz="1400" b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16461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D0D32E1F-095C-1903-5484-53385CAF51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5403440"/>
                  </p:ext>
                </p:extLst>
              </p:nvPr>
            </p:nvGraphicFramePr>
            <p:xfrm>
              <a:off x="3831544" y="987016"/>
              <a:ext cx="6931707" cy="160966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73674">
                      <a:extLst>
                        <a:ext uri="{9D8B030D-6E8A-4147-A177-3AD203B41FA5}">
                          <a16:colId xmlns:a16="http://schemas.microsoft.com/office/drawing/2014/main" val="5472526"/>
                        </a:ext>
                      </a:extLst>
                    </a:gridCol>
                    <a:gridCol w="1668985">
                      <a:extLst>
                        <a:ext uri="{9D8B030D-6E8A-4147-A177-3AD203B41FA5}">
                          <a16:colId xmlns:a16="http://schemas.microsoft.com/office/drawing/2014/main" val="4286262821"/>
                        </a:ext>
                      </a:extLst>
                    </a:gridCol>
                    <a:gridCol w="2093622">
                      <a:extLst>
                        <a:ext uri="{9D8B030D-6E8A-4147-A177-3AD203B41FA5}">
                          <a16:colId xmlns:a16="http://schemas.microsoft.com/office/drawing/2014/main" val="164265150"/>
                        </a:ext>
                      </a:extLst>
                    </a:gridCol>
                    <a:gridCol w="1495426">
                      <a:extLst>
                        <a:ext uri="{9D8B030D-6E8A-4147-A177-3AD203B41FA5}">
                          <a16:colId xmlns:a16="http://schemas.microsoft.com/office/drawing/2014/main" val="1729982100"/>
                        </a:ext>
                      </a:extLst>
                    </a:gridCol>
                  </a:tblGrid>
                  <a:tr h="4971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>
                              <a:latin typeface="+mn-lt"/>
                            </a:rPr>
                            <a:t>Material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0730" t="-1220" r="-215693" b="-2268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60350" t="-1220" r="-72303" b="-2268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>
                              <a:latin typeface="+mn-lt"/>
                            </a:rPr>
                            <a:t>Vendor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93465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Inconel 718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7603.78±0.24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-0.51±0.002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>
                              <a:latin typeface="+mn-lt"/>
                            </a:rPr>
                            <a:t>ESPI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63528901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Inconel 625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7606.79±0.11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-0.84±0.001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>
                              <a:latin typeface="+mn-lt"/>
                            </a:rPr>
                            <a:t>ESPI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7583103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7734.83±.47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-0.90±0.008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 err="1">
                              <a:solidFill>
                                <a:schemeClr val="tx1"/>
                              </a:solidFill>
                              <a:latin typeface="+mn-lt"/>
                            </a:rPr>
                            <a:t>B</a:t>
                          </a:r>
                          <a:r>
                            <a:rPr lang="en-US" sz="1400" b="1" dirty="0" err="1"/>
                            <a:t>ö</a:t>
                          </a:r>
                          <a:r>
                            <a:rPr lang="en-US" sz="1400" b="1" dirty="0" err="1">
                              <a:solidFill>
                                <a:schemeClr val="tx1"/>
                              </a:solidFill>
                              <a:latin typeface="+mn-lt"/>
                            </a:rPr>
                            <a:t>hler</a:t>
                          </a:r>
                          <a:endParaRPr lang="en-US" sz="1400" b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164618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8BE3FD3-AD45-D8A7-69D2-65E0FE87DB65}"/>
                  </a:ext>
                </a:extLst>
              </p:cNvPr>
              <p:cNvSpPr txBox="1"/>
              <p:nvPr/>
            </p:nvSpPr>
            <p:spPr>
              <a:xfrm>
                <a:off x="1419225" y="1671765"/>
                <a:ext cx="2136419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𝑑𝑇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8BE3FD3-AD45-D8A7-69D2-65E0FE87D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225" y="1671765"/>
                <a:ext cx="2136419" cy="52591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itle 1">
            <a:extLst>
              <a:ext uri="{FF2B5EF4-FFF2-40B4-BE49-F238E27FC236}">
                <a16:creationId xmlns:a16="http://schemas.microsoft.com/office/drawing/2014/main" id="{5732A235-AF08-1A28-D6D6-16BB5FA2194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487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i="0" kern="1200">
                <a:solidFill>
                  <a:srgbClr val="001D56"/>
                </a:solidFill>
                <a:latin typeface="+mj-lt"/>
                <a:ea typeface="+mj-ea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b="1" dirty="0"/>
              <a:t>Results – Density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E82915-930D-689F-8E3F-798DCCBE51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658" y="5683211"/>
            <a:ext cx="1103807" cy="640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675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112E4D5-E91D-9FAB-91E9-5E45F238057C}"/>
                  </a:ext>
                </a:extLst>
              </p:cNvPr>
              <p:cNvSpPr txBox="1"/>
              <p:nvPr/>
            </p:nvSpPr>
            <p:spPr>
              <a:xfrm>
                <a:off x="1228725" y="1630721"/>
                <a:ext cx="2140394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𝑑𝑇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112E4D5-E91D-9FAB-91E9-5E45F2380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8725" y="1630721"/>
                <a:ext cx="2140394" cy="5259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534F018-489E-2345-AB14-9EB9325246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4498957"/>
                  </p:ext>
                </p:extLst>
              </p:nvPr>
            </p:nvGraphicFramePr>
            <p:xfrm>
              <a:off x="3841068" y="996136"/>
              <a:ext cx="6931707" cy="154362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73674">
                      <a:extLst>
                        <a:ext uri="{9D8B030D-6E8A-4147-A177-3AD203B41FA5}">
                          <a16:colId xmlns:a16="http://schemas.microsoft.com/office/drawing/2014/main" val="5472526"/>
                        </a:ext>
                      </a:extLst>
                    </a:gridCol>
                    <a:gridCol w="1668985">
                      <a:extLst>
                        <a:ext uri="{9D8B030D-6E8A-4147-A177-3AD203B41FA5}">
                          <a16:colId xmlns:a16="http://schemas.microsoft.com/office/drawing/2014/main" val="4286262821"/>
                        </a:ext>
                      </a:extLst>
                    </a:gridCol>
                    <a:gridCol w="1794524">
                      <a:extLst>
                        <a:ext uri="{9D8B030D-6E8A-4147-A177-3AD203B41FA5}">
                          <a16:colId xmlns:a16="http://schemas.microsoft.com/office/drawing/2014/main" val="164265150"/>
                        </a:ext>
                      </a:extLst>
                    </a:gridCol>
                    <a:gridCol w="1794524">
                      <a:extLst>
                        <a:ext uri="{9D8B030D-6E8A-4147-A177-3AD203B41FA5}">
                          <a16:colId xmlns:a16="http://schemas.microsoft.com/office/drawing/2014/main" val="17299821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>
                              <a:latin typeface="+mn-lt"/>
                            </a:rPr>
                            <a:t>Material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𝝈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1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𝝈</m:t>
                                    </m:r>
                                  </m:num>
                                  <m:den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 b="1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>
                              <a:latin typeface="+mn-lt"/>
                            </a:rPr>
                            <a:t>Vendor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9346507"/>
                      </a:ext>
                    </a:extLst>
                  </a:tr>
                  <a:tr h="2369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Inconel 718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1.75±0.007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-8.44E-5±1.02E-4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>
                              <a:latin typeface="+mn-lt"/>
                            </a:rPr>
                            <a:t>ESPI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63528901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Inconel 625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1.72±0.04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-8.87E-5±5.57E-4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>
                              <a:latin typeface="+mn-lt"/>
                            </a:rPr>
                            <a:t>ESPI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7583103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1.82±0.</m:t>
                              </m:r>
                            </m:oMath>
                          </a14:m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7.31</m:t>
                              </m:r>
                              <m:r>
                                <m:rPr>
                                  <m:nor/>
                                </m:rPr>
                                <a:rPr lang="en-US" sz="1400" dirty="0" smtClean="0">
                                  <a:solidFill>
                                    <a:schemeClr val="tx1"/>
                                  </a:solidFill>
                                  <a:latin typeface="+mn-lt"/>
                                </a:rPr>
                                <m:t>E</m:t>
                              </m:r>
                              <m:r>
                                <m:rPr>
                                  <m:nor/>
                                </m:rPr>
                                <a:rPr lang="en-US" sz="1400" dirty="0" smtClean="0">
                                  <a:solidFill>
                                    <a:schemeClr val="tx1"/>
                                  </a:solidFill>
                                  <a:latin typeface="+mn-lt"/>
                                </a:rPr>
                                <m:t>−</m:t>
                              </m:r>
                              <m:r>
                                <a:rPr lang="en-US" sz="1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±3</m:t>
                              </m:r>
                            </m:oMath>
                          </a14:m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E-4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 err="1">
                              <a:solidFill>
                                <a:schemeClr val="tx1"/>
                              </a:solidFill>
                              <a:latin typeface="+mn-lt"/>
                            </a:rPr>
                            <a:t>B</a:t>
                          </a:r>
                          <a:r>
                            <a:rPr lang="en-US" sz="1400" b="1" dirty="0" err="1"/>
                            <a:t>ö</a:t>
                          </a:r>
                          <a:r>
                            <a:rPr lang="en-US" sz="1400" b="1" dirty="0" err="1">
                              <a:solidFill>
                                <a:schemeClr val="tx1"/>
                              </a:solidFill>
                              <a:latin typeface="+mn-lt"/>
                            </a:rPr>
                            <a:t>hler</a:t>
                          </a:r>
                          <a:endParaRPr lang="en-US" sz="1400" b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16461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534F018-489E-2345-AB14-9EB9325246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4498957"/>
                  </p:ext>
                </p:extLst>
              </p:nvPr>
            </p:nvGraphicFramePr>
            <p:xfrm>
              <a:off x="3841068" y="996136"/>
              <a:ext cx="6931707" cy="154362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73674">
                      <a:extLst>
                        <a:ext uri="{9D8B030D-6E8A-4147-A177-3AD203B41FA5}">
                          <a16:colId xmlns:a16="http://schemas.microsoft.com/office/drawing/2014/main" val="5472526"/>
                        </a:ext>
                      </a:extLst>
                    </a:gridCol>
                    <a:gridCol w="1668985">
                      <a:extLst>
                        <a:ext uri="{9D8B030D-6E8A-4147-A177-3AD203B41FA5}">
                          <a16:colId xmlns:a16="http://schemas.microsoft.com/office/drawing/2014/main" val="4286262821"/>
                        </a:ext>
                      </a:extLst>
                    </a:gridCol>
                    <a:gridCol w="1794524">
                      <a:extLst>
                        <a:ext uri="{9D8B030D-6E8A-4147-A177-3AD203B41FA5}">
                          <a16:colId xmlns:a16="http://schemas.microsoft.com/office/drawing/2014/main" val="164265150"/>
                        </a:ext>
                      </a:extLst>
                    </a:gridCol>
                    <a:gridCol w="1794524">
                      <a:extLst>
                        <a:ext uri="{9D8B030D-6E8A-4147-A177-3AD203B41FA5}">
                          <a16:colId xmlns:a16="http://schemas.microsoft.com/office/drawing/2014/main" val="1729982100"/>
                        </a:ext>
                      </a:extLst>
                    </a:gridCol>
                  </a:tblGrid>
                  <a:tr h="4971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>
                              <a:latin typeface="+mn-lt"/>
                            </a:rPr>
                            <a:t>Material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730" t="-1220" r="-215693" b="-212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87075" t="-1220" r="-101020" b="-212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>
                              <a:latin typeface="+mn-lt"/>
                            </a:rPr>
                            <a:t>Vendor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934650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Inconel 718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1.75±0.007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-8.44E-5±1.02E-4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>
                              <a:latin typeface="+mn-lt"/>
                            </a:rPr>
                            <a:t>ESPI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63528901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Inconel 625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1.72±0.04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-8.87E-5±5.57E-4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>
                              <a:latin typeface="+mn-lt"/>
                            </a:rPr>
                            <a:t>ESPI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7583103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730" t="-318033" r="-215693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87075" t="-318033" r="-10102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 err="1">
                              <a:solidFill>
                                <a:schemeClr val="tx1"/>
                              </a:solidFill>
                              <a:latin typeface="+mn-lt"/>
                            </a:rPr>
                            <a:t>B</a:t>
                          </a:r>
                          <a:r>
                            <a:rPr lang="en-US" sz="1400" b="1" dirty="0" err="1"/>
                            <a:t>ö</a:t>
                          </a:r>
                          <a:r>
                            <a:rPr lang="en-US" sz="1400" b="1" dirty="0" err="1">
                              <a:solidFill>
                                <a:schemeClr val="tx1"/>
                              </a:solidFill>
                              <a:latin typeface="+mn-lt"/>
                            </a:rPr>
                            <a:t>hler</a:t>
                          </a:r>
                          <a:endParaRPr lang="en-US" sz="1400" b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16461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51FE-49D9-314D-9957-ABBF7DDE8782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6" name="Picture 6" descr="http://www.spacegrant.org/sg_graphics/nasa-logo.gif">
            <a:extLst>
              <a:ext uri="{FF2B5EF4-FFF2-40B4-BE49-F238E27FC236}">
                <a16:creationId xmlns:a16="http://schemas.microsoft.com/office/drawing/2014/main" id="{C0ED28DE-B612-9DC1-27C7-9B128305F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7262" y="184638"/>
            <a:ext cx="990600" cy="848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5732A235-AF08-1A28-D6D6-16BB5FA2194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487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i="0" kern="1200">
                <a:solidFill>
                  <a:srgbClr val="001D56"/>
                </a:solidFill>
                <a:latin typeface="+mj-lt"/>
                <a:ea typeface="+mj-ea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b="1" dirty="0"/>
              <a:t>Results – Surface Tension</a:t>
            </a:r>
          </a:p>
        </p:txBody>
      </p:sp>
      <p:pic>
        <p:nvPicPr>
          <p:cNvPr id="7" name="Content Placeholder 13">
            <a:extLst>
              <a:ext uri="{FF2B5EF4-FFF2-40B4-BE49-F238E27FC236}">
                <a16:creationId xmlns:a16="http://schemas.microsoft.com/office/drawing/2014/main" id="{EDDB4284-0664-EF14-9FF3-600E4F6B83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6270474" y="2574744"/>
            <a:ext cx="4692801" cy="3864964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AB0EE4-A457-BB6D-E725-495285AD47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850" y="2577938"/>
            <a:ext cx="4692802" cy="37420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FF1158-DB12-22DC-EFBC-FA15871D13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658" y="5683211"/>
            <a:ext cx="1103807" cy="640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030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9">
            <a:extLst>
              <a:ext uri="{FF2B5EF4-FFF2-40B4-BE49-F238E27FC236}">
                <a16:creationId xmlns:a16="http://schemas.microsoft.com/office/drawing/2014/main" id="{21D2EB43-8556-9A75-0946-42B0D5AAB9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86161" y="2479496"/>
            <a:ext cx="4895587" cy="3955762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55197C-B08A-A8E7-BC5C-91009C410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029" y="2475547"/>
            <a:ext cx="4789872" cy="387677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92E5F09-55BD-0D7B-DD8A-D92C7EDC72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6177622"/>
                  </p:ext>
                </p:extLst>
              </p:nvPr>
            </p:nvGraphicFramePr>
            <p:xfrm>
              <a:off x="3838574" y="1000124"/>
              <a:ext cx="6917557" cy="147937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70258">
                      <a:extLst>
                        <a:ext uri="{9D8B030D-6E8A-4147-A177-3AD203B41FA5}">
                          <a16:colId xmlns:a16="http://schemas.microsoft.com/office/drawing/2014/main" val="5472526"/>
                        </a:ext>
                      </a:extLst>
                    </a:gridCol>
                    <a:gridCol w="1665579">
                      <a:extLst>
                        <a:ext uri="{9D8B030D-6E8A-4147-A177-3AD203B41FA5}">
                          <a16:colId xmlns:a16="http://schemas.microsoft.com/office/drawing/2014/main" val="4286262821"/>
                        </a:ext>
                      </a:extLst>
                    </a:gridCol>
                    <a:gridCol w="1790860">
                      <a:extLst>
                        <a:ext uri="{9D8B030D-6E8A-4147-A177-3AD203B41FA5}">
                          <a16:colId xmlns:a16="http://schemas.microsoft.com/office/drawing/2014/main" val="164265150"/>
                        </a:ext>
                      </a:extLst>
                    </a:gridCol>
                    <a:gridCol w="1790860">
                      <a:extLst>
                        <a:ext uri="{9D8B030D-6E8A-4147-A177-3AD203B41FA5}">
                          <a16:colId xmlns:a16="http://schemas.microsoft.com/office/drawing/2014/main" val="2546707162"/>
                        </a:ext>
                      </a:extLst>
                    </a:gridCol>
                  </a:tblGrid>
                  <a:tr h="3698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>
                              <a:latin typeface="+mn-lt"/>
                            </a:rPr>
                            <a:t>ESPI</a:t>
                          </a:r>
                        </a:p>
                      </a:txBody>
                      <a:tcPr marL="110642" marR="110642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 smtClean="0">
                                      <a:latin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US" sz="1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𝒂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b="1" dirty="0">
                              <a:latin typeface="+mn-lt"/>
                            </a:rPr>
                            <a:t> (</a:t>
                          </a:r>
                          <a:r>
                            <a:rPr lang="en-US" sz="1400" b="1" dirty="0" err="1">
                              <a:latin typeface="+mn-lt"/>
                            </a:rPr>
                            <a:t>Kj</a:t>
                          </a:r>
                          <a:r>
                            <a:rPr lang="en-US" sz="1400" b="1" dirty="0">
                              <a:latin typeface="+mn-lt"/>
                            </a:rPr>
                            <a:t>/mol)</a:t>
                          </a:r>
                        </a:p>
                      </a:txBody>
                      <a:tcPr marL="110642" marR="110642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  <m:r>
                                <a:rPr lang="en-US" sz="14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𝐦𝐏𝐚</m:t>
                              </m:r>
                              <m:r>
                                <a:rPr lang="en-US" sz="14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14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𝐬</m:t>
                              </m:r>
                              <m:r>
                                <a:rPr lang="en-US" sz="14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1400" b="1" i="0" dirty="0">
                              <a:latin typeface="+mn-lt"/>
                            </a:rPr>
                            <a:t> </a:t>
                          </a:r>
                        </a:p>
                      </a:txBody>
                      <a:tcPr marL="110642" marR="110642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>
                              <a:latin typeface="+mn-lt"/>
                            </a:rPr>
                            <a:t>Vendor</a:t>
                          </a:r>
                        </a:p>
                      </a:txBody>
                      <a:tcPr marL="110642" marR="110642"/>
                    </a:tc>
                    <a:extLst>
                      <a:ext uri="{0D108BD9-81ED-4DB2-BD59-A6C34878D82A}">
                        <a16:rowId xmlns:a16="http://schemas.microsoft.com/office/drawing/2014/main" val="3869346507"/>
                      </a:ext>
                    </a:extLst>
                  </a:tr>
                  <a:tr h="3698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Inconel 718</a:t>
                          </a:r>
                        </a:p>
                      </a:txBody>
                      <a:tcPr marL="110642" marR="110642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94.03</a:t>
                          </a:r>
                        </a:p>
                      </a:txBody>
                      <a:tcPr marL="110642" marR="110642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14.04</a:t>
                          </a:r>
                        </a:p>
                      </a:txBody>
                      <a:tcPr marL="110642" marR="110642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>
                              <a:latin typeface="+mn-lt"/>
                            </a:rPr>
                            <a:t>ESPI</a:t>
                          </a:r>
                        </a:p>
                      </a:txBody>
                      <a:tcPr marL="110642" marR="110642"/>
                    </a:tc>
                    <a:extLst>
                      <a:ext uri="{0D108BD9-81ED-4DB2-BD59-A6C34878D82A}">
                        <a16:rowId xmlns:a16="http://schemas.microsoft.com/office/drawing/2014/main" val="663528901"/>
                      </a:ext>
                    </a:extLst>
                  </a:tr>
                  <a:tr h="369843"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Inconel 625</a:t>
                          </a:r>
                        </a:p>
                      </a:txBody>
                      <a:tcPr marL="83127" marR="83127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73.36</a:t>
                          </a:r>
                        </a:p>
                      </a:txBody>
                      <a:tcPr marL="110642" marR="110642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75.92</a:t>
                          </a:r>
                        </a:p>
                      </a:txBody>
                      <a:tcPr marL="110642" marR="110642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>
                              <a:latin typeface="+mn-lt"/>
                            </a:rPr>
                            <a:t>ESPI</a:t>
                          </a:r>
                        </a:p>
                      </a:txBody>
                      <a:tcPr marL="110642" marR="110642"/>
                    </a:tc>
                    <a:extLst>
                      <a:ext uri="{0D108BD9-81ED-4DB2-BD59-A6C34878D82A}">
                        <a16:rowId xmlns:a16="http://schemas.microsoft.com/office/drawing/2014/main" val="2701646185"/>
                      </a:ext>
                    </a:extLst>
                  </a:tr>
                  <a:tr h="369843"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76.43</m:t>
                                </m:r>
                              </m:oMath>
                            </m:oMathPara>
                          </a14:m>
                          <a:endParaRPr lang="en-US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110642" marR="110642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48.60</m:t>
                                </m:r>
                              </m:oMath>
                            </m:oMathPara>
                          </a14:m>
                          <a:endParaRPr lang="en-US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110642" marR="110642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 err="1">
                              <a:solidFill>
                                <a:schemeClr val="tx1"/>
                              </a:solidFill>
                              <a:latin typeface="+mn-lt"/>
                            </a:rPr>
                            <a:t>B</a:t>
                          </a:r>
                          <a:r>
                            <a:rPr lang="en-US" sz="1400" b="1" dirty="0" err="1"/>
                            <a:t>ö</a:t>
                          </a:r>
                          <a:r>
                            <a:rPr lang="en-US" sz="1400" b="1" dirty="0" err="1">
                              <a:solidFill>
                                <a:schemeClr val="tx1"/>
                              </a:solidFill>
                              <a:latin typeface="+mn-lt"/>
                            </a:rPr>
                            <a:t>hler</a:t>
                          </a:r>
                          <a:endParaRPr lang="en-US" sz="1400" b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110642" marR="110642"/>
                    </a:tc>
                    <a:extLst>
                      <a:ext uri="{0D108BD9-81ED-4DB2-BD59-A6C34878D82A}">
                        <a16:rowId xmlns:a16="http://schemas.microsoft.com/office/drawing/2014/main" val="31607399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92E5F09-55BD-0D7B-DD8A-D92C7EDC72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6177622"/>
                  </p:ext>
                </p:extLst>
              </p:nvPr>
            </p:nvGraphicFramePr>
            <p:xfrm>
              <a:off x="3838574" y="1000124"/>
              <a:ext cx="6917557" cy="147937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70258">
                      <a:extLst>
                        <a:ext uri="{9D8B030D-6E8A-4147-A177-3AD203B41FA5}">
                          <a16:colId xmlns:a16="http://schemas.microsoft.com/office/drawing/2014/main" val="5472526"/>
                        </a:ext>
                      </a:extLst>
                    </a:gridCol>
                    <a:gridCol w="1665579">
                      <a:extLst>
                        <a:ext uri="{9D8B030D-6E8A-4147-A177-3AD203B41FA5}">
                          <a16:colId xmlns:a16="http://schemas.microsoft.com/office/drawing/2014/main" val="4286262821"/>
                        </a:ext>
                      </a:extLst>
                    </a:gridCol>
                    <a:gridCol w="1790860">
                      <a:extLst>
                        <a:ext uri="{9D8B030D-6E8A-4147-A177-3AD203B41FA5}">
                          <a16:colId xmlns:a16="http://schemas.microsoft.com/office/drawing/2014/main" val="164265150"/>
                        </a:ext>
                      </a:extLst>
                    </a:gridCol>
                    <a:gridCol w="1790860">
                      <a:extLst>
                        <a:ext uri="{9D8B030D-6E8A-4147-A177-3AD203B41FA5}">
                          <a16:colId xmlns:a16="http://schemas.microsoft.com/office/drawing/2014/main" val="2546707162"/>
                        </a:ext>
                      </a:extLst>
                    </a:gridCol>
                  </a:tblGrid>
                  <a:tr h="3698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>
                              <a:latin typeface="+mn-lt"/>
                            </a:rPr>
                            <a:t>ESPI</a:t>
                          </a:r>
                        </a:p>
                      </a:txBody>
                      <a:tcPr marL="110642" marR="110642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0642" marR="110642">
                        <a:blipFill>
                          <a:blip r:embed="rId4"/>
                          <a:stretch>
                            <a:fillRect l="-100365" t="-3279" r="-215328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0642" marR="110642">
                        <a:blipFill>
                          <a:blip r:embed="rId4"/>
                          <a:stretch>
                            <a:fillRect l="-186735" t="-3279" r="-100680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>
                              <a:latin typeface="+mn-lt"/>
                            </a:rPr>
                            <a:t>Vendor</a:t>
                          </a:r>
                        </a:p>
                      </a:txBody>
                      <a:tcPr marL="110642" marR="110642"/>
                    </a:tc>
                    <a:extLst>
                      <a:ext uri="{0D108BD9-81ED-4DB2-BD59-A6C34878D82A}">
                        <a16:rowId xmlns:a16="http://schemas.microsoft.com/office/drawing/2014/main" val="3869346507"/>
                      </a:ext>
                    </a:extLst>
                  </a:tr>
                  <a:tr h="3698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Inconel 718</a:t>
                          </a:r>
                        </a:p>
                      </a:txBody>
                      <a:tcPr marL="110642" marR="110642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94.03</a:t>
                          </a:r>
                        </a:p>
                      </a:txBody>
                      <a:tcPr marL="110642" marR="110642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14.04</a:t>
                          </a:r>
                        </a:p>
                      </a:txBody>
                      <a:tcPr marL="110642" marR="110642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>
                              <a:latin typeface="+mn-lt"/>
                            </a:rPr>
                            <a:t>ESPI</a:t>
                          </a:r>
                        </a:p>
                      </a:txBody>
                      <a:tcPr marL="110642" marR="110642"/>
                    </a:tc>
                    <a:extLst>
                      <a:ext uri="{0D108BD9-81ED-4DB2-BD59-A6C34878D82A}">
                        <a16:rowId xmlns:a16="http://schemas.microsoft.com/office/drawing/2014/main" val="663528901"/>
                      </a:ext>
                    </a:extLst>
                  </a:tr>
                  <a:tr h="369843"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Inconel 625</a:t>
                          </a:r>
                        </a:p>
                      </a:txBody>
                      <a:tcPr marL="83127" marR="83127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73.36</a:t>
                          </a:r>
                        </a:p>
                      </a:txBody>
                      <a:tcPr marL="110642" marR="110642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75.92</a:t>
                          </a:r>
                        </a:p>
                      </a:txBody>
                      <a:tcPr marL="110642" marR="110642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>
                              <a:latin typeface="+mn-lt"/>
                            </a:rPr>
                            <a:t>ESPI</a:t>
                          </a:r>
                        </a:p>
                      </a:txBody>
                      <a:tcPr marL="110642" marR="110642"/>
                    </a:tc>
                    <a:extLst>
                      <a:ext uri="{0D108BD9-81ED-4DB2-BD59-A6C34878D82A}">
                        <a16:rowId xmlns:a16="http://schemas.microsoft.com/office/drawing/2014/main" val="2701646185"/>
                      </a:ext>
                    </a:extLst>
                  </a:tr>
                  <a:tr h="369843"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0642" marR="110642">
                        <a:blipFill>
                          <a:blip r:embed="rId4"/>
                          <a:stretch>
                            <a:fillRect l="-100365" t="-301639" r="-215328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0642" marR="110642">
                        <a:blipFill>
                          <a:blip r:embed="rId4"/>
                          <a:stretch>
                            <a:fillRect l="-186735" t="-301639" r="-10068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 err="1">
                              <a:solidFill>
                                <a:schemeClr val="tx1"/>
                              </a:solidFill>
                              <a:latin typeface="+mn-lt"/>
                            </a:rPr>
                            <a:t>B</a:t>
                          </a:r>
                          <a:r>
                            <a:rPr lang="en-US" sz="1400" b="1" dirty="0" err="1"/>
                            <a:t>ö</a:t>
                          </a:r>
                          <a:r>
                            <a:rPr lang="en-US" sz="1400" b="1" dirty="0" err="1">
                              <a:solidFill>
                                <a:schemeClr val="tx1"/>
                              </a:solidFill>
                              <a:latin typeface="+mn-lt"/>
                            </a:rPr>
                            <a:t>hler</a:t>
                          </a:r>
                          <a:endParaRPr lang="en-US" sz="1400" b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110642" marR="110642"/>
                    </a:tc>
                    <a:extLst>
                      <a:ext uri="{0D108BD9-81ED-4DB2-BD59-A6C34878D82A}">
                        <a16:rowId xmlns:a16="http://schemas.microsoft.com/office/drawing/2014/main" val="3160739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072A72-6B7E-7DB2-7857-9ADCC292D3A3}"/>
                  </a:ext>
                </a:extLst>
              </p:cNvPr>
              <p:cNvSpPr txBox="1"/>
              <p:nvPr/>
            </p:nvSpPr>
            <p:spPr>
              <a:xfrm>
                <a:off x="1600558" y="1479443"/>
                <a:ext cx="1768113" cy="5167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exp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⁡(−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𝑅𝑇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072A72-6B7E-7DB2-7857-9ADCC292D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558" y="1479443"/>
                <a:ext cx="1768113" cy="5167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51FE-49D9-314D-9957-ABBF7DDE8782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6" name="Picture 6" descr="http://www.spacegrant.org/sg_graphics/nasa-logo.gif">
            <a:extLst>
              <a:ext uri="{FF2B5EF4-FFF2-40B4-BE49-F238E27FC236}">
                <a16:creationId xmlns:a16="http://schemas.microsoft.com/office/drawing/2014/main" id="{C0ED28DE-B612-9DC1-27C7-9B128305F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7262" y="184638"/>
            <a:ext cx="990600" cy="848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5732A235-AF08-1A28-D6D6-16BB5FA2194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487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i="0" kern="1200">
                <a:solidFill>
                  <a:srgbClr val="001D56"/>
                </a:solidFill>
                <a:latin typeface="+mj-lt"/>
                <a:ea typeface="+mj-ea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b="1" dirty="0"/>
              <a:t>Results – Viscosity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15E70E-47FF-125A-263D-3985856FFE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658" y="5683211"/>
            <a:ext cx="1103807" cy="640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72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AAD24-38D7-1D4F-9E65-3CC496D25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51FE-49D9-314D-9957-ABBF7DDE8782}" type="slidenum">
              <a:rPr lang="en-US" smtClean="0">
                <a:solidFill>
                  <a:schemeClr val="bg1"/>
                </a:solidFill>
              </a:rPr>
              <a:pPr/>
              <a:t>9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209BB5-0E07-494D-98AD-FCB7844D1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331" y="2997225"/>
            <a:ext cx="5679069" cy="1421928"/>
          </a:xfrm>
        </p:spPr>
        <p:txBody>
          <a:bodyPr/>
          <a:lstStyle/>
          <a:p>
            <a:r>
              <a:rPr lang="en-US" dirty="0"/>
              <a:t>Materials Levitation Lab</a:t>
            </a:r>
            <a:br>
              <a:rPr lang="en-US" dirty="0"/>
            </a:br>
            <a:r>
              <a:rPr lang="en-US" sz="2800" dirty="0"/>
              <a:t>Additional Levitator &amp; Support Capabilities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872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51FE-49D9-314D-9957-ABBF7DDE878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1A275E7-98E8-52BB-23BD-9F27CEA776B7}"/>
              </a:ext>
            </a:extLst>
          </p:cNvPr>
          <p:cNvSpPr txBox="1">
            <a:spLocks/>
          </p:cNvSpPr>
          <p:nvPr/>
        </p:nvSpPr>
        <p:spPr>
          <a:xfrm>
            <a:off x="93785" y="158985"/>
            <a:ext cx="10717090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i="0" kern="1200">
                <a:solidFill>
                  <a:srgbClr val="001D56"/>
                </a:solidFill>
                <a:latin typeface="+mj-lt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Additional Levitator &amp; Support Capabilities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F5C2BC1-6584-D0E8-2E7E-258DC804C0FA}"/>
              </a:ext>
            </a:extLst>
          </p:cNvPr>
          <p:cNvSpPr txBox="1">
            <a:spLocks/>
          </p:cNvSpPr>
          <p:nvPr/>
        </p:nvSpPr>
        <p:spPr>
          <a:xfrm>
            <a:off x="307905" y="805316"/>
            <a:ext cx="11157264" cy="379180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/>
              <a:defRPr sz="2000" b="1" i="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tabLst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Electromagnetic Levitator – Used for processing larger metallic samples.</a:t>
            </a:r>
          </a:p>
          <a:p>
            <a:r>
              <a:rPr lang="en-US" dirty="0"/>
              <a:t>Aero Levitator – Used for sample processing of materials that have inherent charge stability issues.</a:t>
            </a:r>
          </a:p>
          <a:p>
            <a:r>
              <a:rPr lang="en-US" dirty="0"/>
              <a:t>Acoustic Levitator – Used for studying thermal convection and solidification, in addition to baseline studies for regolith separation and sorting for future hybrid solution.</a:t>
            </a:r>
          </a:p>
          <a:p>
            <a:r>
              <a:rPr lang="en-US" dirty="0"/>
              <a:t>Aqueous Solutions Levitator – Used for studying liquids and crystal growth, in addition to baseline studies for regolith ionic liquids reactor design improvements.</a:t>
            </a:r>
          </a:p>
          <a:p>
            <a:r>
              <a:rPr lang="en-US" dirty="0"/>
              <a:t>Various Sample Fabrication Capabilities</a:t>
            </a:r>
          </a:p>
          <a:p>
            <a:pPr lvl="1"/>
            <a:r>
              <a:rPr lang="en-US" sz="1400" dirty="0"/>
              <a:t>Vacuum Hearth</a:t>
            </a:r>
          </a:p>
          <a:p>
            <a:pPr lvl="1"/>
            <a:r>
              <a:rPr lang="en-US" sz="1400" dirty="0"/>
              <a:t>Laser Hearth</a:t>
            </a:r>
          </a:p>
          <a:p>
            <a:pPr lvl="1"/>
            <a:r>
              <a:rPr lang="en-US" sz="1400" dirty="0"/>
              <a:t>Bench Top Arc Melter</a:t>
            </a:r>
          </a:p>
          <a:p>
            <a:pPr lvl="1"/>
            <a:r>
              <a:rPr lang="en-US" sz="1400" dirty="0"/>
              <a:t>Chemical Etching</a:t>
            </a:r>
          </a:p>
        </p:txBody>
      </p:sp>
    </p:spTree>
    <p:extLst>
      <p:ext uri="{BB962C8B-B14F-4D97-AF65-F5344CB8AC3E}">
        <p14:creationId xmlns:p14="http://schemas.microsoft.com/office/powerpoint/2010/main" val="4096866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A4BDEC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/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ource xmlns="f812cc65-6203-49e6-acad-3a5f5dde0e8b">BPS</Source>
    <Description0 xmlns="0d661352-5a34-4b68-9d70-f8466b7b4265">New BPS PowerPoint template, as of 9/7/2022, to accomodate all Calibri fontand bulleting update requests. Use this template for all BPS specific presentations. Please note that the logo on the cover page cannot be used on external-to-NASA presentations.</Description0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9D1A7644791C4E8A6C160E5B1F6624" ma:contentTypeVersion="12" ma:contentTypeDescription="Create a new document." ma:contentTypeScope="" ma:versionID="1acc73af8c735b20909ae399e6cadaeb">
  <xsd:schema xmlns:xsd="http://www.w3.org/2001/XMLSchema" xmlns:xs="http://www.w3.org/2001/XMLSchema" xmlns:p="http://schemas.microsoft.com/office/2006/metadata/properties" xmlns:ns2="0d661352-5a34-4b68-9d70-f8466b7b4265" xmlns:ns3="326f5b81-b065-4034-9a4c-8575c1d20481" xmlns:ns4="f812cc65-6203-49e6-acad-3a5f5dde0e8b" targetNamespace="http://schemas.microsoft.com/office/2006/metadata/properties" ma:root="true" ma:fieldsID="1415ec4496d9368848da7239954fd41d" ns2:_="" ns3:_="" ns4:_="">
    <xsd:import namespace="0d661352-5a34-4b68-9d70-f8466b7b4265"/>
    <xsd:import namespace="326f5b81-b065-4034-9a4c-8575c1d20481"/>
    <xsd:import namespace="f812cc65-6203-49e6-acad-3a5f5dde0e8b"/>
    <xsd:element name="properties">
      <xsd:complexType>
        <xsd:sequence>
          <xsd:element name="documentManagement">
            <xsd:complexType>
              <xsd:all>
                <xsd:element ref="ns2:Description0"/>
                <xsd:element ref="ns3:SharedWithUsers" minOccurs="0"/>
                <xsd:element ref="ns4:Sourc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661352-5a34-4b68-9d70-f8466b7b4265" elementFormDefault="qualified">
    <xsd:import namespace="http://schemas.microsoft.com/office/2006/documentManagement/types"/>
    <xsd:import namespace="http://schemas.microsoft.com/office/infopath/2007/PartnerControls"/>
    <xsd:element name="Description0" ma:index="2" ma:displayName="Description" ma:internalName="Description0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6f5b81-b065-4034-9a4c-8575c1d2048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12cc65-6203-49e6-acad-3a5f5dde0e8b" elementFormDefault="qualified">
    <xsd:import namespace="http://schemas.microsoft.com/office/2006/documentManagement/types"/>
    <xsd:import namespace="http://schemas.microsoft.com/office/infopath/2007/PartnerControls"/>
    <xsd:element name="Source" ma:index="11" nillable="true" ma:displayName="Source" ma:format="Dropdown" ma:internalName="Source">
      <xsd:simpleType>
        <xsd:restriction base="dms:Choice">
          <xsd:enumeration value="BPS"/>
          <xsd:enumeration value="BS"/>
          <xsd:enumeration value="PS"/>
          <xsd:enumeration value="SMD"/>
          <xsd:enumeration value="NASA"/>
          <xsd:enumeration value="External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8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5539F89-68BC-4C40-AE35-D5A27D06792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E29FBC4-4F77-4647-8080-AF8F26D5A2C0}">
  <ds:schemaRefs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0d661352-5a34-4b68-9d70-f8466b7b4265"/>
    <ds:schemaRef ds:uri="326f5b81-b065-4034-9a4c-8575c1d20481"/>
    <ds:schemaRef ds:uri="http://purl.org/dc/elements/1.1/"/>
    <ds:schemaRef ds:uri="http://purl.org/dc/terms/"/>
    <ds:schemaRef ds:uri="http://schemas.microsoft.com/office/2006/metadata/properties"/>
    <ds:schemaRef ds:uri="http://schemas.microsoft.com/office/infopath/2007/PartnerControls"/>
    <ds:schemaRef ds:uri="f812cc65-6203-49e6-acad-3a5f5dde0e8b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C607B0A-C234-4FF5-B522-534EDE065D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d661352-5a34-4b68-9d70-f8466b7b4265"/>
    <ds:schemaRef ds:uri="326f5b81-b065-4034-9a4c-8575c1d20481"/>
    <ds:schemaRef ds:uri="f812cc65-6203-49e6-acad-3a5f5dde0e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005d458-45be-48ae-8140-d43da96dd17b}" enabled="0" method="" siteId="{7005d458-45be-48ae-8140-d43da96dd17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17385</TotalTime>
  <Words>552</Words>
  <Application>Microsoft Office PowerPoint</Application>
  <PresentationFormat>Widescreen</PresentationFormat>
  <Paragraphs>183</Paragraphs>
  <Slides>10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 Math</vt:lpstr>
      <vt:lpstr>Office Theme</vt:lpstr>
      <vt:lpstr>PowerPoint Presentation</vt:lpstr>
      <vt:lpstr>Materials Levitation Lab Electrostatic Levitator (ESL)</vt:lpstr>
      <vt:lpstr>PowerPoint Presentation</vt:lpstr>
      <vt:lpstr>Materials</vt:lpstr>
      <vt:lpstr>PowerPoint Presentation</vt:lpstr>
      <vt:lpstr>PowerPoint Presentation</vt:lpstr>
      <vt:lpstr>PowerPoint Presentation</vt:lpstr>
      <vt:lpstr>PowerPoint Presentation</vt:lpstr>
      <vt:lpstr>Materials Levitation Lab Additional Levitator &amp; Support Capabilities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Phillips, Brandon S. (MSFC-EM31)</cp:lastModifiedBy>
  <cp:revision>339</cp:revision>
  <dcterms:created xsi:type="dcterms:W3CDTF">2018-07-16T01:24:17Z</dcterms:created>
  <dcterms:modified xsi:type="dcterms:W3CDTF">2024-06-24T14:11:50Z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0x010100119D1A7644791C4E8A6C160E5B1F6624</vt:lpwstr>
  </property>
</Properties>
</file>